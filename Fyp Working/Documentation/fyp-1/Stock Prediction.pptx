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23" roundtripDataSignature="AMtx7mjaBANOKDf64WTNUvWAQkaueG7Iy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22" Type="http://schemas.openxmlformats.org/officeDocument/2006/relationships/slide" Target="slides/slide17.xml"/><Relationship Id="rId10" Type="http://schemas.openxmlformats.org/officeDocument/2006/relationships/slide" Target="slides/slide5.xml"/><Relationship Id="rId21" Type="http://schemas.openxmlformats.org/officeDocument/2006/relationships/slide" Target="slides/slide16.xml"/><Relationship Id="rId13" Type="http://schemas.openxmlformats.org/officeDocument/2006/relationships/slide" Target="slides/slide8.xml"/><Relationship Id="rId12" Type="http://schemas.openxmlformats.org/officeDocument/2006/relationships/slide" Target="slides/slide7.xml"/><Relationship Id="rId23" Type="http://customschemas.google.com/relationships/presentationmetadata" Target="meta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 name="Google Shape;105;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8" name="Google Shape;118;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7" name="Google Shape;127;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6" name="Google Shape;136;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5" name="Google Shape;145;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4" name="Google Shape;154;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b356a905a8_0_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3" name="Google Shape;163;g3b356a905a8_0_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b356a905a8_0_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2" name="Google Shape;172;g3b356a905a8_0_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1" name="Google Shape;181;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3b356a905a8_0_2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0" name="Google Shape;190;g3b356a905a8_0_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3b356a905a8_0_3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9" name="Google Shape;199;g3b356a905a8_0_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8" name="Google Shape;208;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7" name="Google Shape;217;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6" name="Google Shape;226;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3b356a905a8_0_6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5" name="Google Shape;235;g3b356a905a8_0_6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4" name="Google Shape;244;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3b356a905a8_0_5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3" name="Google Shape;253;g3b356a905a8_0_5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18" name="Shape 18"/>
        <p:cNvGrpSpPr/>
        <p:nvPr/>
      </p:nvGrpSpPr>
      <p:grpSpPr>
        <a:xfrm>
          <a:off x="0" y="0"/>
          <a:ext cx="0" cy="0"/>
          <a:chOff x="0" y="0"/>
          <a:chExt cx="0" cy="0"/>
        </a:xfrm>
      </p:grpSpPr>
      <p:sp>
        <p:nvSpPr>
          <p:cNvPr id="19" name="Google Shape;19;p14"/>
          <p:cNvSpPr txBox="1"/>
          <p:nvPr>
            <p:ph idx="10" type="dt"/>
          </p:nvPr>
        </p:nvSpPr>
        <p:spPr>
          <a:xfrm>
            <a:off x="6096000" y="6248400"/>
            <a:ext cx="26670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4"/>
          <p:cNvSpPr txBox="1"/>
          <p:nvPr>
            <p:ph idx="11" type="ftr"/>
          </p:nvPr>
        </p:nvSpPr>
        <p:spPr>
          <a:xfrm>
            <a:off x="609600" y="6248206"/>
            <a:ext cx="5421083"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14"/>
          <p:cNvSpPr txBox="1"/>
          <p:nvPr>
            <p:ph idx="12" type="sldNum"/>
          </p:nvPr>
        </p:nvSpPr>
        <p:spPr>
          <a:xfrm>
            <a:off x="0" y="6248400"/>
            <a:ext cx="533400" cy="381000"/>
          </a:xfrm>
          <a:prstGeom prst="rect">
            <a:avLst/>
          </a:prstGeom>
          <a:noFill/>
          <a:ln>
            <a:noFill/>
          </a:ln>
        </p:spPr>
        <p:txBody>
          <a:bodyPr anchorCtr="0" anchor="ctr" bIns="45700" lIns="91425" spcFirstLastPara="1" rIns="91425" wrap="square" tIns="45700">
            <a:normAutofit/>
          </a:bodyPr>
          <a:lstStyle>
            <a:lvl1pPr indent="0" lvl="0" marL="0" algn="ctr">
              <a:spcBef>
                <a:spcPts val="0"/>
              </a:spcBef>
              <a:buNone/>
              <a:defRPr b="1" i="0" sz="1400" u="none" cap="none" strike="noStrike">
                <a:solidFill>
                  <a:schemeClr val="dk2"/>
                </a:solidFill>
                <a:latin typeface="Twentieth Century"/>
                <a:ea typeface="Twentieth Century"/>
                <a:cs typeface="Twentieth Century"/>
                <a:sym typeface="Twentieth Century"/>
              </a:defRPr>
            </a:lvl1pPr>
            <a:lvl2pPr indent="0" lvl="1" marL="0" algn="ctr">
              <a:spcBef>
                <a:spcPts val="0"/>
              </a:spcBef>
              <a:buNone/>
              <a:defRPr b="1" i="0" sz="1400" u="none" cap="none" strike="noStrike">
                <a:solidFill>
                  <a:schemeClr val="dk2"/>
                </a:solidFill>
                <a:latin typeface="Twentieth Century"/>
                <a:ea typeface="Twentieth Century"/>
                <a:cs typeface="Twentieth Century"/>
                <a:sym typeface="Twentieth Century"/>
              </a:defRPr>
            </a:lvl2pPr>
            <a:lvl3pPr indent="0" lvl="2" marL="0" algn="ctr">
              <a:spcBef>
                <a:spcPts val="0"/>
              </a:spcBef>
              <a:buNone/>
              <a:defRPr b="1" i="0" sz="1400" u="none" cap="none" strike="noStrike">
                <a:solidFill>
                  <a:schemeClr val="dk2"/>
                </a:solidFill>
                <a:latin typeface="Twentieth Century"/>
                <a:ea typeface="Twentieth Century"/>
                <a:cs typeface="Twentieth Century"/>
                <a:sym typeface="Twentieth Century"/>
              </a:defRPr>
            </a:lvl3pPr>
            <a:lvl4pPr indent="0" lvl="3" marL="0" algn="ctr">
              <a:spcBef>
                <a:spcPts val="0"/>
              </a:spcBef>
              <a:buNone/>
              <a:defRPr b="1" i="0" sz="1400" u="none" cap="none" strike="noStrike">
                <a:solidFill>
                  <a:schemeClr val="dk2"/>
                </a:solidFill>
                <a:latin typeface="Twentieth Century"/>
                <a:ea typeface="Twentieth Century"/>
                <a:cs typeface="Twentieth Century"/>
                <a:sym typeface="Twentieth Century"/>
              </a:defRPr>
            </a:lvl4pPr>
            <a:lvl5pPr indent="0" lvl="4" marL="0" algn="ctr">
              <a:spcBef>
                <a:spcPts val="0"/>
              </a:spcBef>
              <a:buNone/>
              <a:defRPr b="1" i="0" sz="1400" u="none" cap="none" strike="noStrike">
                <a:solidFill>
                  <a:schemeClr val="dk2"/>
                </a:solidFill>
                <a:latin typeface="Twentieth Century"/>
                <a:ea typeface="Twentieth Century"/>
                <a:cs typeface="Twentieth Century"/>
                <a:sym typeface="Twentieth Century"/>
              </a:defRPr>
            </a:lvl5pPr>
            <a:lvl6pPr indent="0" lvl="5" marL="0" algn="ctr">
              <a:spcBef>
                <a:spcPts val="0"/>
              </a:spcBef>
              <a:buNone/>
              <a:defRPr b="1" i="0" sz="1400" u="none" cap="none" strike="noStrike">
                <a:solidFill>
                  <a:schemeClr val="dk2"/>
                </a:solidFill>
                <a:latin typeface="Twentieth Century"/>
                <a:ea typeface="Twentieth Century"/>
                <a:cs typeface="Twentieth Century"/>
                <a:sym typeface="Twentieth Century"/>
              </a:defRPr>
            </a:lvl6pPr>
            <a:lvl7pPr indent="0" lvl="6" marL="0" algn="ctr">
              <a:spcBef>
                <a:spcPts val="0"/>
              </a:spcBef>
              <a:buNone/>
              <a:defRPr b="1" i="0" sz="1400" u="none" cap="none" strike="noStrike">
                <a:solidFill>
                  <a:schemeClr val="dk2"/>
                </a:solidFill>
                <a:latin typeface="Twentieth Century"/>
                <a:ea typeface="Twentieth Century"/>
                <a:cs typeface="Twentieth Century"/>
                <a:sym typeface="Twentieth Century"/>
              </a:defRPr>
            </a:lvl7pPr>
            <a:lvl8pPr indent="0" lvl="7" marL="0" algn="ctr">
              <a:spcBef>
                <a:spcPts val="0"/>
              </a:spcBef>
              <a:buNone/>
              <a:defRPr b="1" i="0" sz="1400" u="none" cap="none" strike="noStrike">
                <a:solidFill>
                  <a:schemeClr val="dk2"/>
                </a:solidFill>
                <a:latin typeface="Twentieth Century"/>
                <a:ea typeface="Twentieth Century"/>
                <a:cs typeface="Twentieth Century"/>
                <a:sym typeface="Twentieth Century"/>
              </a:defRPr>
            </a:lvl8pPr>
            <a:lvl9pPr indent="0" lvl="8" marL="0" algn="ctr">
              <a:spcBef>
                <a:spcPts val="0"/>
              </a:spcBef>
              <a:buNone/>
              <a:defRPr b="1" i="0" sz="1400" u="none" cap="none" strike="noStrike">
                <a:solidFill>
                  <a:schemeClr val="dk2"/>
                </a:solidFill>
                <a:latin typeface="Twentieth Century"/>
                <a:ea typeface="Twentieth Century"/>
                <a:cs typeface="Twentieth Century"/>
                <a:sym typeface="Twentieth Century"/>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2" name="Shape 22"/>
        <p:cNvGrpSpPr/>
        <p:nvPr/>
      </p:nvGrpSpPr>
      <p:grpSpPr>
        <a:xfrm>
          <a:off x="0" y="0"/>
          <a:ext cx="0" cy="0"/>
          <a:chOff x="0" y="0"/>
          <a:chExt cx="0" cy="0"/>
        </a:xfrm>
      </p:grpSpPr>
      <p:sp>
        <p:nvSpPr>
          <p:cNvPr id="23" name="Google Shape;23;p15"/>
          <p:cNvSpPr txBox="1"/>
          <p:nvPr>
            <p:ph type="title"/>
          </p:nvPr>
        </p:nvSpPr>
        <p:spPr>
          <a:xfrm>
            <a:off x="612648" y="228600"/>
            <a:ext cx="7616952" cy="990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 name="Google Shape;24;p15"/>
          <p:cNvSpPr txBox="1"/>
          <p:nvPr>
            <p:ph idx="10" type="dt"/>
          </p:nvPr>
        </p:nvSpPr>
        <p:spPr>
          <a:xfrm>
            <a:off x="6248400" y="6400800"/>
            <a:ext cx="2514600" cy="304800"/>
          </a:xfrm>
          <a:prstGeom prst="rect">
            <a:avLst/>
          </a:prstGeom>
          <a:solidFill>
            <a:srgbClr val="008000"/>
          </a:solidFill>
          <a:ln>
            <a:noFill/>
          </a:ln>
        </p:spPr>
        <p:txBody>
          <a:bodyPr anchorCtr="0" anchor="ctr" bIns="45700" lIns="91425" spcFirstLastPara="1" rIns="91425" wrap="square" tIns="45700">
            <a:noAutofit/>
          </a:bodyPr>
          <a:lstStyle>
            <a:lvl1pPr lvl="0" algn="r">
              <a:spcBef>
                <a:spcPts val="0"/>
              </a:spcBef>
              <a:spcAft>
                <a:spcPts val="0"/>
              </a:spcAft>
              <a:buSzPts val="1400"/>
              <a:buNone/>
              <a:defRPr b="0">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5"/>
          <p:cNvSpPr txBox="1"/>
          <p:nvPr>
            <p:ph idx="11" type="ftr"/>
          </p:nvPr>
        </p:nvSpPr>
        <p:spPr>
          <a:xfrm>
            <a:off x="609601" y="6400800"/>
            <a:ext cx="5410200" cy="288925"/>
          </a:xfrm>
          <a:prstGeom prst="rect">
            <a:avLst/>
          </a:prstGeom>
          <a:solidFill>
            <a:srgbClr val="F86308"/>
          </a:solidFill>
          <a:ln>
            <a:noFill/>
          </a:ln>
        </p:spPr>
        <p:txBody>
          <a:bodyPr anchorCtr="0" anchor="ctr" bIns="45700" lIns="91425" spcFirstLastPara="1" rIns="91425" wrap="square" tIns="45700">
            <a:noAutofit/>
          </a:bodyPr>
          <a:lstStyle>
            <a:lvl1pPr lvl="0" algn="l">
              <a:spcBef>
                <a:spcPts val="0"/>
              </a:spcBef>
              <a:spcAft>
                <a:spcPts val="0"/>
              </a:spcAft>
              <a:buSzPts val="1400"/>
              <a:buNone/>
              <a:defRPr b="0">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5"/>
          <p:cNvSpPr txBox="1"/>
          <p:nvPr>
            <p:ph idx="12" type="sldNum"/>
          </p:nvPr>
        </p:nvSpPr>
        <p:spPr>
          <a:xfrm>
            <a:off x="0" y="1279524"/>
            <a:ext cx="533400" cy="244476"/>
          </a:xfrm>
          <a:prstGeom prst="rect">
            <a:avLst/>
          </a:prstGeom>
          <a:solidFill>
            <a:srgbClr val="008000"/>
          </a:solidFill>
          <a:ln>
            <a:noFill/>
          </a:ln>
        </p:spPr>
        <p:txBody>
          <a:bodyPr anchorCtr="0" anchor="ctr" bIns="45700" lIns="91425" spcFirstLastPara="1" rIns="91425" wrap="square" tIns="45700">
            <a:noAutofit/>
          </a:bodyPr>
          <a:lstStyle>
            <a:lvl1pPr indent="0" lvl="0" marL="0" algn="ctr">
              <a:spcBef>
                <a:spcPts val="0"/>
              </a:spcBef>
              <a:buNone/>
              <a:defRPr b="1" i="0" sz="1800" u="none" cap="none" strike="noStrike">
                <a:solidFill>
                  <a:srgbClr val="FFFFFF"/>
                </a:solidFill>
                <a:latin typeface="Twentieth Century"/>
                <a:ea typeface="Twentieth Century"/>
                <a:cs typeface="Twentieth Century"/>
                <a:sym typeface="Twentieth Century"/>
              </a:defRPr>
            </a:lvl1pPr>
            <a:lvl2pPr indent="0" lvl="1" marL="0" algn="ctr">
              <a:spcBef>
                <a:spcPts val="0"/>
              </a:spcBef>
              <a:buNone/>
              <a:defRPr b="1" i="0" sz="1800" u="none" cap="none" strike="noStrike">
                <a:solidFill>
                  <a:srgbClr val="FFFFFF"/>
                </a:solidFill>
                <a:latin typeface="Twentieth Century"/>
                <a:ea typeface="Twentieth Century"/>
                <a:cs typeface="Twentieth Century"/>
                <a:sym typeface="Twentieth Century"/>
              </a:defRPr>
            </a:lvl2pPr>
            <a:lvl3pPr indent="0" lvl="2" marL="0" algn="ctr">
              <a:spcBef>
                <a:spcPts val="0"/>
              </a:spcBef>
              <a:buNone/>
              <a:defRPr b="1" i="0" sz="1800" u="none" cap="none" strike="noStrike">
                <a:solidFill>
                  <a:srgbClr val="FFFFFF"/>
                </a:solidFill>
                <a:latin typeface="Twentieth Century"/>
                <a:ea typeface="Twentieth Century"/>
                <a:cs typeface="Twentieth Century"/>
                <a:sym typeface="Twentieth Century"/>
              </a:defRPr>
            </a:lvl3pPr>
            <a:lvl4pPr indent="0" lvl="3" marL="0" algn="ctr">
              <a:spcBef>
                <a:spcPts val="0"/>
              </a:spcBef>
              <a:buNone/>
              <a:defRPr b="1" i="0" sz="1800" u="none" cap="none" strike="noStrike">
                <a:solidFill>
                  <a:srgbClr val="FFFFFF"/>
                </a:solidFill>
                <a:latin typeface="Twentieth Century"/>
                <a:ea typeface="Twentieth Century"/>
                <a:cs typeface="Twentieth Century"/>
                <a:sym typeface="Twentieth Century"/>
              </a:defRPr>
            </a:lvl4pPr>
            <a:lvl5pPr indent="0" lvl="4" marL="0" algn="ctr">
              <a:spcBef>
                <a:spcPts val="0"/>
              </a:spcBef>
              <a:buNone/>
              <a:defRPr b="1" i="0" sz="1800" u="none" cap="none" strike="noStrike">
                <a:solidFill>
                  <a:srgbClr val="FFFFFF"/>
                </a:solidFill>
                <a:latin typeface="Twentieth Century"/>
                <a:ea typeface="Twentieth Century"/>
                <a:cs typeface="Twentieth Century"/>
                <a:sym typeface="Twentieth Century"/>
              </a:defRPr>
            </a:lvl5pPr>
            <a:lvl6pPr indent="0" lvl="5" marL="0" algn="ctr">
              <a:spcBef>
                <a:spcPts val="0"/>
              </a:spcBef>
              <a:buNone/>
              <a:defRPr b="1" i="0" sz="1800" u="none" cap="none" strike="noStrike">
                <a:solidFill>
                  <a:srgbClr val="FFFFFF"/>
                </a:solidFill>
                <a:latin typeface="Twentieth Century"/>
                <a:ea typeface="Twentieth Century"/>
                <a:cs typeface="Twentieth Century"/>
                <a:sym typeface="Twentieth Century"/>
              </a:defRPr>
            </a:lvl6pPr>
            <a:lvl7pPr indent="0" lvl="6" marL="0" algn="ctr">
              <a:spcBef>
                <a:spcPts val="0"/>
              </a:spcBef>
              <a:buNone/>
              <a:defRPr b="1" i="0" sz="1800" u="none" cap="none" strike="noStrike">
                <a:solidFill>
                  <a:srgbClr val="FFFFFF"/>
                </a:solidFill>
                <a:latin typeface="Twentieth Century"/>
                <a:ea typeface="Twentieth Century"/>
                <a:cs typeface="Twentieth Century"/>
                <a:sym typeface="Twentieth Century"/>
              </a:defRPr>
            </a:lvl7pPr>
            <a:lvl8pPr indent="0" lvl="7" marL="0" algn="ctr">
              <a:spcBef>
                <a:spcPts val="0"/>
              </a:spcBef>
              <a:buNone/>
              <a:defRPr b="1" i="0" sz="1800" u="none" cap="none" strike="noStrike">
                <a:solidFill>
                  <a:srgbClr val="FFFFFF"/>
                </a:solidFill>
                <a:latin typeface="Twentieth Century"/>
                <a:ea typeface="Twentieth Century"/>
                <a:cs typeface="Twentieth Century"/>
                <a:sym typeface="Twentieth Century"/>
              </a:defRPr>
            </a:lvl8pPr>
            <a:lvl9pPr indent="0" lvl="8" marL="0" algn="ctr">
              <a:spcBef>
                <a:spcPts val="0"/>
              </a:spcBef>
              <a:buNone/>
              <a:defRPr b="1" i="0" sz="1800" u="none" cap="none" strike="noStrike">
                <a:solidFill>
                  <a:srgbClr val="FFFFFF"/>
                </a:solidFill>
                <a:latin typeface="Twentieth Century"/>
                <a:ea typeface="Twentieth Century"/>
                <a:cs typeface="Twentieth Century"/>
                <a:sym typeface="Twentieth Century"/>
              </a:defRPr>
            </a:lvl9pPr>
          </a:lstStyle>
          <a:p>
            <a:pPr indent="0" lvl="0" marL="0" rtl="0" algn="ctr">
              <a:spcBef>
                <a:spcPts val="0"/>
              </a:spcBef>
              <a:spcAft>
                <a:spcPts val="0"/>
              </a:spcAft>
              <a:buNone/>
            </a:pPr>
            <a:fld id="{00000000-1234-1234-1234-123412341234}" type="slidenum">
              <a:rPr lang="en-US"/>
              <a:t>‹#›</a:t>
            </a:fld>
            <a:endParaRPr/>
          </a:p>
        </p:txBody>
      </p:sp>
      <p:sp>
        <p:nvSpPr>
          <p:cNvPr id="27" name="Google Shape;27;p15"/>
          <p:cNvSpPr txBox="1"/>
          <p:nvPr>
            <p:ph idx="1" type="body"/>
          </p:nvPr>
        </p:nvSpPr>
        <p:spPr>
          <a:xfrm>
            <a:off x="612648" y="1600200"/>
            <a:ext cx="8153400" cy="4495800"/>
          </a:xfrm>
          <a:prstGeom prst="rect">
            <a:avLst/>
          </a:prstGeom>
          <a:noFill/>
          <a:ln>
            <a:noFill/>
          </a:ln>
        </p:spPr>
        <p:txBody>
          <a:bodyPr anchorCtr="0" anchor="t" bIns="45700" lIns="91425" spcFirstLastPara="1" rIns="91425" wrap="square" tIns="45700">
            <a:normAutofit/>
          </a:bodyPr>
          <a:lstStyle>
            <a:lvl1pPr indent="-339090" lvl="0" marL="457200" algn="l">
              <a:spcBef>
                <a:spcPts val="700"/>
              </a:spcBef>
              <a:spcAft>
                <a:spcPts val="0"/>
              </a:spcAft>
              <a:buClr>
                <a:srgbClr val="008000"/>
              </a:buClr>
              <a:buSzPts val="1740"/>
              <a:buChar char="◻"/>
              <a:defRPr/>
            </a:lvl1pPr>
            <a:lvl2pPr indent="-308610" lvl="1" marL="914400" algn="l">
              <a:spcBef>
                <a:spcPts val="550"/>
              </a:spcBef>
              <a:spcAft>
                <a:spcPts val="0"/>
              </a:spcAft>
              <a:buSzPts val="1260"/>
              <a:buChar char="🞑"/>
              <a:defRPr/>
            </a:lvl2pPr>
            <a:lvl3pPr indent="-314325" lvl="2" marL="1371600" algn="l">
              <a:spcBef>
                <a:spcPts val="500"/>
              </a:spcBef>
              <a:spcAft>
                <a:spcPts val="0"/>
              </a:spcAft>
              <a:buSzPts val="1350"/>
              <a:buChar char="■"/>
              <a:defRPr/>
            </a:lvl3pPr>
            <a:lvl4pPr indent="-314325" lvl="3" marL="1828800" algn="l">
              <a:spcBef>
                <a:spcPts val="400"/>
              </a:spcBef>
              <a:spcAft>
                <a:spcPts val="0"/>
              </a:spcAft>
              <a:buSzPts val="1350"/>
              <a:buChar char="■"/>
              <a:defRPr/>
            </a:lvl4pPr>
            <a:lvl5pPr indent="-302895" lvl="4" marL="2286000" algn="l">
              <a:spcBef>
                <a:spcPts val="400"/>
              </a:spcBef>
              <a:spcAft>
                <a:spcPts val="0"/>
              </a:spcAft>
              <a:buSzPts val="1170"/>
              <a:buChar char="■"/>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pic>
        <p:nvPicPr>
          <p:cNvPr id="28" name="Google Shape;28;p15"/>
          <p:cNvPicPr preferRelativeResize="0"/>
          <p:nvPr/>
        </p:nvPicPr>
        <p:blipFill rotWithShape="1">
          <a:blip r:embed="rId2">
            <a:alphaModFix/>
          </a:blip>
          <a:srcRect b="0" l="0" r="0" t="0"/>
          <a:stretch/>
        </p:blipFill>
        <p:spPr>
          <a:xfrm>
            <a:off x="8305800" y="381000"/>
            <a:ext cx="732241" cy="638664"/>
          </a:xfrm>
          <a:prstGeom prst="rect">
            <a:avLst/>
          </a:prstGeom>
          <a:noFill/>
          <a:ln>
            <a:noFill/>
          </a:ln>
        </p:spPr>
      </p:pic>
      <p:sp>
        <p:nvSpPr>
          <p:cNvPr id="29" name="Google Shape;29;p15"/>
          <p:cNvSpPr/>
          <p:nvPr/>
        </p:nvSpPr>
        <p:spPr>
          <a:xfrm>
            <a:off x="609600" y="1295400"/>
            <a:ext cx="8534400" cy="228600"/>
          </a:xfrm>
          <a:prstGeom prst="rect">
            <a:avLst/>
          </a:prstGeom>
          <a:solidFill>
            <a:srgbClr val="F86308"/>
          </a:solidFill>
          <a:ln cap="flat" cmpd="sng" w="19050">
            <a:solidFill>
              <a:srgbClr val="F8630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wentieth Century"/>
              <a:ea typeface="Twentieth Century"/>
              <a:cs typeface="Twentieth Century"/>
              <a:sym typeface="Twentieth Century"/>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bg>
      <p:bgPr>
        <a:solidFill>
          <a:schemeClr val="dk2"/>
        </a:solidFill>
      </p:bgPr>
    </p:bg>
    <p:spTree>
      <p:nvGrpSpPr>
        <p:cNvPr id="30" name="Shape 30"/>
        <p:cNvGrpSpPr/>
        <p:nvPr/>
      </p:nvGrpSpPr>
      <p:grpSpPr>
        <a:xfrm>
          <a:off x="0" y="0"/>
          <a:ext cx="0" cy="0"/>
          <a:chOff x="0" y="0"/>
          <a:chExt cx="0" cy="0"/>
        </a:xfrm>
      </p:grpSpPr>
      <p:sp>
        <p:nvSpPr>
          <p:cNvPr id="31" name="Google Shape;31;p16"/>
          <p:cNvSpPr/>
          <p:nvPr/>
        </p:nvSpPr>
        <p:spPr>
          <a:xfrm>
            <a:off x="0" y="5971032"/>
            <a:ext cx="9144000" cy="886968"/>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wentieth Century"/>
              <a:ea typeface="Twentieth Century"/>
              <a:cs typeface="Twentieth Century"/>
              <a:sym typeface="Twentieth Century"/>
            </a:endParaRPr>
          </a:p>
        </p:txBody>
      </p:sp>
      <p:sp>
        <p:nvSpPr>
          <p:cNvPr id="32" name="Google Shape;32;p16"/>
          <p:cNvSpPr/>
          <p:nvPr/>
        </p:nvSpPr>
        <p:spPr>
          <a:xfrm>
            <a:off x="-9144" y="6053328"/>
            <a:ext cx="2249424" cy="71323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wentieth Century"/>
              <a:ea typeface="Twentieth Century"/>
              <a:cs typeface="Twentieth Century"/>
              <a:sym typeface="Twentieth Century"/>
            </a:endParaRPr>
          </a:p>
        </p:txBody>
      </p:sp>
      <p:sp>
        <p:nvSpPr>
          <p:cNvPr id="33" name="Google Shape;33;p16"/>
          <p:cNvSpPr/>
          <p:nvPr/>
        </p:nvSpPr>
        <p:spPr>
          <a:xfrm>
            <a:off x="2359152" y="6044184"/>
            <a:ext cx="6784848" cy="71323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wentieth Century"/>
              <a:ea typeface="Twentieth Century"/>
              <a:cs typeface="Twentieth Century"/>
              <a:sym typeface="Twentieth Century"/>
            </a:endParaRPr>
          </a:p>
        </p:txBody>
      </p:sp>
      <p:sp>
        <p:nvSpPr>
          <p:cNvPr id="34" name="Google Shape;34;p16"/>
          <p:cNvSpPr txBox="1"/>
          <p:nvPr>
            <p:ph type="ctrTitle"/>
          </p:nvPr>
        </p:nvSpPr>
        <p:spPr>
          <a:xfrm>
            <a:off x="2362200" y="4038600"/>
            <a:ext cx="6477000" cy="18288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lt2"/>
              </a:buClr>
              <a:buSzPts val="4400"/>
              <a:buFont typeface="Twentieth Century"/>
              <a:buNone/>
              <a:defRPr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16"/>
          <p:cNvSpPr txBox="1"/>
          <p:nvPr>
            <p:ph idx="1" type="subTitle"/>
          </p:nvPr>
        </p:nvSpPr>
        <p:spPr>
          <a:xfrm>
            <a:off x="2362200" y="6050037"/>
            <a:ext cx="6705600" cy="685800"/>
          </a:xfrm>
          <a:prstGeom prst="rect">
            <a:avLst/>
          </a:prstGeom>
          <a:noFill/>
          <a:ln>
            <a:noFill/>
          </a:ln>
        </p:spPr>
        <p:txBody>
          <a:bodyPr anchorCtr="0" anchor="ctr" bIns="45700" lIns="91425" spcFirstLastPara="1" rIns="91425" wrap="square" tIns="45700">
            <a:normAutofit/>
          </a:bodyPr>
          <a:lstStyle>
            <a:lvl1pPr lvl="0" algn="l">
              <a:spcBef>
                <a:spcPts val="700"/>
              </a:spcBef>
              <a:spcAft>
                <a:spcPts val="0"/>
              </a:spcAft>
              <a:buSzPts val="1560"/>
              <a:buNone/>
              <a:defRPr sz="2600">
                <a:solidFill>
                  <a:srgbClr val="FFFFFF"/>
                </a:solidFill>
              </a:defRPr>
            </a:lvl1pPr>
            <a:lvl2pPr lvl="1" algn="ctr">
              <a:spcBef>
                <a:spcPts val="550"/>
              </a:spcBef>
              <a:spcAft>
                <a:spcPts val="0"/>
              </a:spcAft>
              <a:buSzPts val="1260"/>
              <a:buNone/>
              <a:defRPr/>
            </a:lvl2pPr>
            <a:lvl3pPr lvl="2" algn="ctr">
              <a:spcBef>
                <a:spcPts val="500"/>
              </a:spcBef>
              <a:spcAft>
                <a:spcPts val="0"/>
              </a:spcAft>
              <a:buSzPts val="1350"/>
              <a:buNone/>
              <a:defRPr/>
            </a:lvl3pPr>
            <a:lvl4pPr lvl="3" algn="ctr">
              <a:spcBef>
                <a:spcPts val="400"/>
              </a:spcBef>
              <a:spcAft>
                <a:spcPts val="0"/>
              </a:spcAft>
              <a:buSzPts val="1350"/>
              <a:buNone/>
              <a:defRPr/>
            </a:lvl4pPr>
            <a:lvl5pPr lvl="4" algn="ctr">
              <a:spcBef>
                <a:spcPts val="400"/>
              </a:spcBef>
              <a:spcAft>
                <a:spcPts val="0"/>
              </a:spcAft>
              <a:buSzPts val="1170"/>
              <a:buNone/>
              <a:defRPr/>
            </a:lvl5pPr>
            <a:lvl6pPr lvl="5" algn="ctr">
              <a:spcBef>
                <a:spcPts val="360"/>
              </a:spcBef>
              <a:spcAft>
                <a:spcPts val="0"/>
              </a:spcAft>
              <a:buSzPts val="1800"/>
              <a:buNone/>
              <a:defRPr/>
            </a:lvl6pPr>
            <a:lvl7pPr lvl="6" algn="ctr">
              <a:spcBef>
                <a:spcPts val="360"/>
              </a:spcBef>
              <a:spcAft>
                <a:spcPts val="0"/>
              </a:spcAft>
              <a:buSzPts val="1800"/>
              <a:buNone/>
              <a:defRPr/>
            </a:lvl7pPr>
            <a:lvl8pPr lvl="7" algn="ctr">
              <a:spcBef>
                <a:spcPts val="360"/>
              </a:spcBef>
              <a:spcAft>
                <a:spcPts val="0"/>
              </a:spcAft>
              <a:buSzPts val="1800"/>
              <a:buNone/>
              <a:defRPr/>
            </a:lvl8pPr>
            <a:lvl9pPr lvl="8" algn="ctr">
              <a:spcBef>
                <a:spcPts val="360"/>
              </a:spcBef>
              <a:spcAft>
                <a:spcPts val="0"/>
              </a:spcAft>
              <a:buSzPts val="1800"/>
              <a:buNone/>
              <a:defRPr/>
            </a:lvl9pPr>
          </a:lstStyle>
          <a:p/>
        </p:txBody>
      </p:sp>
      <p:sp>
        <p:nvSpPr>
          <p:cNvPr id="36" name="Google Shape;36;p16"/>
          <p:cNvSpPr txBox="1"/>
          <p:nvPr>
            <p:ph idx="10" type="dt"/>
          </p:nvPr>
        </p:nvSpPr>
        <p:spPr>
          <a:xfrm>
            <a:off x="76200" y="6068699"/>
            <a:ext cx="2057400" cy="6858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2000">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16"/>
          <p:cNvSpPr txBox="1"/>
          <p:nvPr>
            <p:ph idx="11" type="ftr"/>
          </p:nvPr>
        </p:nvSpPr>
        <p:spPr>
          <a:xfrm>
            <a:off x="2085393" y="236538"/>
            <a:ext cx="58674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chemeClr val="l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6"/>
          <p:cNvSpPr txBox="1"/>
          <p:nvPr>
            <p:ph idx="12" type="sldNum"/>
          </p:nvPr>
        </p:nvSpPr>
        <p:spPr>
          <a:xfrm>
            <a:off x="8001000" y="228600"/>
            <a:ext cx="838200" cy="381000"/>
          </a:xfrm>
          <a:prstGeom prst="rect">
            <a:avLst/>
          </a:prstGeom>
          <a:noFill/>
          <a:ln>
            <a:noFill/>
          </a:ln>
        </p:spPr>
        <p:txBody>
          <a:bodyPr anchorCtr="0" anchor="ctr" bIns="45700" lIns="91425" spcFirstLastPara="1" rIns="91425" wrap="square" tIns="45700">
            <a:normAutofit/>
          </a:bodyPr>
          <a:lstStyle>
            <a:lvl1pPr indent="0" lvl="0" marL="0" algn="ctr">
              <a:spcBef>
                <a:spcPts val="0"/>
              </a:spcBef>
              <a:buNone/>
              <a:defRPr b="1" i="0" sz="1400" u="none" cap="none" strike="noStrike">
                <a:solidFill>
                  <a:schemeClr val="lt2"/>
                </a:solidFill>
                <a:latin typeface="Twentieth Century"/>
                <a:ea typeface="Twentieth Century"/>
                <a:cs typeface="Twentieth Century"/>
                <a:sym typeface="Twentieth Century"/>
              </a:defRPr>
            </a:lvl1pPr>
            <a:lvl2pPr indent="0" lvl="1" marL="0" algn="ctr">
              <a:spcBef>
                <a:spcPts val="0"/>
              </a:spcBef>
              <a:buNone/>
              <a:defRPr b="1" i="0" sz="1400" u="none" cap="none" strike="noStrike">
                <a:solidFill>
                  <a:schemeClr val="lt2"/>
                </a:solidFill>
                <a:latin typeface="Twentieth Century"/>
                <a:ea typeface="Twentieth Century"/>
                <a:cs typeface="Twentieth Century"/>
                <a:sym typeface="Twentieth Century"/>
              </a:defRPr>
            </a:lvl2pPr>
            <a:lvl3pPr indent="0" lvl="2" marL="0" algn="ctr">
              <a:spcBef>
                <a:spcPts val="0"/>
              </a:spcBef>
              <a:buNone/>
              <a:defRPr b="1" i="0" sz="1400" u="none" cap="none" strike="noStrike">
                <a:solidFill>
                  <a:schemeClr val="lt2"/>
                </a:solidFill>
                <a:latin typeface="Twentieth Century"/>
                <a:ea typeface="Twentieth Century"/>
                <a:cs typeface="Twentieth Century"/>
                <a:sym typeface="Twentieth Century"/>
              </a:defRPr>
            </a:lvl3pPr>
            <a:lvl4pPr indent="0" lvl="3" marL="0" algn="ctr">
              <a:spcBef>
                <a:spcPts val="0"/>
              </a:spcBef>
              <a:buNone/>
              <a:defRPr b="1" i="0" sz="1400" u="none" cap="none" strike="noStrike">
                <a:solidFill>
                  <a:schemeClr val="lt2"/>
                </a:solidFill>
                <a:latin typeface="Twentieth Century"/>
                <a:ea typeface="Twentieth Century"/>
                <a:cs typeface="Twentieth Century"/>
                <a:sym typeface="Twentieth Century"/>
              </a:defRPr>
            </a:lvl4pPr>
            <a:lvl5pPr indent="0" lvl="4" marL="0" algn="ctr">
              <a:spcBef>
                <a:spcPts val="0"/>
              </a:spcBef>
              <a:buNone/>
              <a:defRPr b="1" i="0" sz="1400" u="none" cap="none" strike="noStrike">
                <a:solidFill>
                  <a:schemeClr val="lt2"/>
                </a:solidFill>
                <a:latin typeface="Twentieth Century"/>
                <a:ea typeface="Twentieth Century"/>
                <a:cs typeface="Twentieth Century"/>
                <a:sym typeface="Twentieth Century"/>
              </a:defRPr>
            </a:lvl5pPr>
            <a:lvl6pPr indent="0" lvl="5" marL="0" algn="ctr">
              <a:spcBef>
                <a:spcPts val="0"/>
              </a:spcBef>
              <a:buNone/>
              <a:defRPr b="1" i="0" sz="1400" u="none" cap="none" strike="noStrike">
                <a:solidFill>
                  <a:schemeClr val="lt2"/>
                </a:solidFill>
                <a:latin typeface="Twentieth Century"/>
                <a:ea typeface="Twentieth Century"/>
                <a:cs typeface="Twentieth Century"/>
                <a:sym typeface="Twentieth Century"/>
              </a:defRPr>
            </a:lvl6pPr>
            <a:lvl7pPr indent="0" lvl="6" marL="0" algn="ctr">
              <a:spcBef>
                <a:spcPts val="0"/>
              </a:spcBef>
              <a:buNone/>
              <a:defRPr b="1" i="0" sz="1400" u="none" cap="none" strike="noStrike">
                <a:solidFill>
                  <a:schemeClr val="lt2"/>
                </a:solidFill>
                <a:latin typeface="Twentieth Century"/>
                <a:ea typeface="Twentieth Century"/>
                <a:cs typeface="Twentieth Century"/>
                <a:sym typeface="Twentieth Century"/>
              </a:defRPr>
            </a:lvl7pPr>
            <a:lvl8pPr indent="0" lvl="7" marL="0" algn="ctr">
              <a:spcBef>
                <a:spcPts val="0"/>
              </a:spcBef>
              <a:buNone/>
              <a:defRPr b="1" i="0" sz="1400" u="none" cap="none" strike="noStrike">
                <a:solidFill>
                  <a:schemeClr val="lt2"/>
                </a:solidFill>
                <a:latin typeface="Twentieth Century"/>
                <a:ea typeface="Twentieth Century"/>
                <a:cs typeface="Twentieth Century"/>
                <a:sym typeface="Twentieth Century"/>
              </a:defRPr>
            </a:lvl8pPr>
            <a:lvl9pPr indent="0" lvl="8" marL="0" algn="ctr">
              <a:spcBef>
                <a:spcPts val="0"/>
              </a:spcBef>
              <a:buNone/>
              <a:defRPr b="1" i="0" sz="1400" u="none" cap="none" strike="noStrike">
                <a:solidFill>
                  <a:schemeClr val="lt2"/>
                </a:solidFill>
                <a:latin typeface="Twentieth Century"/>
                <a:ea typeface="Twentieth Century"/>
                <a:cs typeface="Twentieth Century"/>
                <a:sym typeface="Twentieth Century"/>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bg>
      <p:bgPr>
        <a:blipFill rotWithShape="1">
          <a:blip r:embed="rId2">
            <a:alphaModFix/>
          </a:blip>
          <a:tile algn="tl" flip="none" tx="0" sx="100000" ty="0" sy="100000"/>
        </a:blipFill>
      </p:bgPr>
    </p:bg>
    <p:spTree>
      <p:nvGrpSpPr>
        <p:cNvPr id="39" name="Shape 39"/>
        <p:cNvGrpSpPr/>
        <p:nvPr/>
      </p:nvGrpSpPr>
      <p:grpSpPr>
        <a:xfrm>
          <a:off x="0" y="0"/>
          <a:ext cx="0" cy="0"/>
          <a:chOff x="0" y="0"/>
          <a:chExt cx="0" cy="0"/>
        </a:xfrm>
      </p:grpSpPr>
      <p:sp>
        <p:nvSpPr>
          <p:cNvPr id="40" name="Google Shape;40;p17"/>
          <p:cNvSpPr txBox="1"/>
          <p:nvPr>
            <p:ph idx="1" type="body"/>
          </p:nvPr>
        </p:nvSpPr>
        <p:spPr>
          <a:xfrm>
            <a:off x="1752599" y="2743200"/>
            <a:ext cx="6742113" cy="1676400"/>
          </a:xfrm>
          <a:prstGeom prst="rect">
            <a:avLst/>
          </a:prstGeom>
          <a:noFill/>
          <a:ln>
            <a:noFill/>
          </a:ln>
        </p:spPr>
        <p:txBody>
          <a:bodyPr anchorCtr="0" anchor="t" bIns="45700" lIns="91425" spcFirstLastPara="1" rIns="91425" wrap="square" tIns="45700">
            <a:normAutofit/>
          </a:bodyPr>
          <a:lstStyle>
            <a:lvl1pPr indent="-228600" lvl="0" marL="457200" algn="l">
              <a:spcBef>
                <a:spcPts val="700"/>
              </a:spcBef>
              <a:spcAft>
                <a:spcPts val="0"/>
              </a:spcAft>
              <a:buSzPts val="1680"/>
              <a:buNone/>
              <a:defRPr sz="2800">
                <a:solidFill>
                  <a:schemeClr val="dk2"/>
                </a:solidFill>
              </a:defRPr>
            </a:lvl1pPr>
            <a:lvl2pPr indent="-228600" lvl="1" marL="914400" algn="l">
              <a:spcBef>
                <a:spcPts val="550"/>
              </a:spcBef>
              <a:spcAft>
                <a:spcPts val="0"/>
              </a:spcAft>
              <a:buSzPts val="1260"/>
              <a:buNone/>
              <a:defRPr sz="1800">
                <a:solidFill>
                  <a:srgbClr val="888888"/>
                </a:solidFill>
              </a:defRPr>
            </a:lvl2pPr>
            <a:lvl3pPr indent="-228600" lvl="2" marL="1371600" algn="l">
              <a:spcBef>
                <a:spcPts val="500"/>
              </a:spcBef>
              <a:spcAft>
                <a:spcPts val="0"/>
              </a:spcAft>
              <a:buSzPts val="1200"/>
              <a:buNone/>
              <a:defRPr sz="1600">
                <a:solidFill>
                  <a:srgbClr val="888888"/>
                </a:solidFill>
              </a:defRPr>
            </a:lvl3pPr>
            <a:lvl4pPr indent="-228600" lvl="3" marL="1828800" algn="l">
              <a:spcBef>
                <a:spcPts val="400"/>
              </a:spcBef>
              <a:spcAft>
                <a:spcPts val="0"/>
              </a:spcAft>
              <a:buSzPts val="1050"/>
              <a:buNone/>
              <a:defRPr sz="1400">
                <a:solidFill>
                  <a:srgbClr val="888888"/>
                </a:solidFill>
              </a:defRPr>
            </a:lvl4pPr>
            <a:lvl5pPr indent="-228600" lvl="4" marL="2286000" algn="l">
              <a:spcBef>
                <a:spcPts val="400"/>
              </a:spcBef>
              <a:spcAft>
                <a:spcPts val="0"/>
              </a:spcAft>
              <a:buSzPts val="910"/>
              <a:buNone/>
              <a:defRPr sz="1400">
                <a:solidFill>
                  <a:srgbClr val="888888"/>
                </a:solidFill>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41" name="Google Shape;41;p17"/>
          <p:cNvSpPr/>
          <p:nvPr/>
        </p:nvSpPr>
        <p:spPr>
          <a:xfrm>
            <a:off x="0" y="1524000"/>
            <a:ext cx="9144000" cy="1143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wentieth Century"/>
              <a:ea typeface="Twentieth Century"/>
              <a:cs typeface="Twentieth Century"/>
              <a:sym typeface="Twentieth Century"/>
            </a:endParaRPr>
          </a:p>
        </p:txBody>
      </p:sp>
      <p:sp>
        <p:nvSpPr>
          <p:cNvPr id="42" name="Google Shape;42;p17"/>
          <p:cNvSpPr/>
          <p:nvPr/>
        </p:nvSpPr>
        <p:spPr>
          <a:xfrm>
            <a:off x="0" y="1600200"/>
            <a:ext cx="1295400" cy="990600"/>
          </a:xfrm>
          <a:prstGeom prst="rect">
            <a:avLst/>
          </a:prstGeom>
          <a:solidFill>
            <a:srgbClr val="008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wentieth Century"/>
              <a:ea typeface="Twentieth Century"/>
              <a:cs typeface="Twentieth Century"/>
              <a:sym typeface="Twentieth Century"/>
            </a:endParaRPr>
          </a:p>
        </p:txBody>
      </p:sp>
      <p:sp>
        <p:nvSpPr>
          <p:cNvPr id="43" name="Google Shape;43;p17"/>
          <p:cNvSpPr/>
          <p:nvPr/>
        </p:nvSpPr>
        <p:spPr>
          <a:xfrm>
            <a:off x="1371600" y="1600200"/>
            <a:ext cx="7772400" cy="990600"/>
          </a:xfrm>
          <a:prstGeom prst="rect">
            <a:avLst/>
          </a:prstGeom>
          <a:solidFill>
            <a:srgbClr val="F8630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wentieth Century"/>
              <a:ea typeface="Twentieth Century"/>
              <a:cs typeface="Twentieth Century"/>
              <a:sym typeface="Twentieth Century"/>
            </a:endParaRPr>
          </a:p>
        </p:txBody>
      </p:sp>
      <p:sp>
        <p:nvSpPr>
          <p:cNvPr id="44" name="Google Shape;44;p17"/>
          <p:cNvSpPr txBox="1"/>
          <p:nvPr>
            <p:ph type="title"/>
          </p:nvPr>
        </p:nvSpPr>
        <p:spPr>
          <a:xfrm>
            <a:off x="1371600" y="1600200"/>
            <a:ext cx="7620000" cy="990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FFFFFF"/>
              </a:buClr>
              <a:buSzPts val="4400"/>
              <a:buFont typeface="Twentieth Century"/>
              <a:buNone/>
              <a:defRPr b="0" sz="4400" cap="none">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 name="Google Shape;45;p17"/>
          <p:cNvSpPr txBox="1"/>
          <p:nvPr>
            <p:ph idx="10" type="dt"/>
          </p:nvPr>
        </p:nvSpPr>
        <p:spPr>
          <a:xfrm>
            <a:off x="6096000" y="6248400"/>
            <a:ext cx="2667000" cy="365125"/>
          </a:xfrm>
          <a:prstGeom prst="rect">
            <a:avLst/>
          </a:prstGeom>
          <a:solidFill>
            <a:srgbClr val="008000"/>
          </a:solid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17"/>
          <p:cNvSpPr txBox="1"/>
          <p:nvPr>
            <p:ph idx="12" type="sldNum"/>
          </p:nvPr>
        </p:nvSpPr>
        <p:spPr>
          <a:xfrm>
            <a:off x="0" y="1752600"/>
            <a:ext cx="1295400" cy="701676"/>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b="1" i="0" sz="2400" u="none" cap="none" strike="noStrike">
                <a:solidFill>
                  <a:srgbClr val="FFFFFF"/>
                </a:solidFill>
                <a:latin typeface="Twentieth Century"/>
                <a:ea typeface="Twentieth Century"/>
                <a:cs typeface="Twentieth Century"/>
                <a:sym typeface="Twentieth Century"/>
              </a:defRPr>
            </a:lvl1pPr>
            <a:lvl2pPr indent="0" lvl="1" marL="0" algn="ctr">
              <a:spcBef>
                <a:spcPts val="0"/>
              </a:spcBef>
              <a:buNone/>
              <a:defRPr b="1" i="0" sz="2400" u="none" cap="none" strike="noStrike">
                <a:solidFill>
                  <a:srgbClr val="FFFFFF"/>
                </a:solidFill>
                <a:latin typeface="Twentieth Century"/>
                <a:ea typeface="Twentieth Century"/>
                <a:cs typeface="Twentieth Century"/>
                <a:sym typeface="Twentieth Century"/>
              </a:defRPr>
            </a:lvl2pPr>
            <a:lvl3pPr indent="0" lvl="2" marL="0" algn="ctr">
              <a:spcBef>
                <a:spcPts val="0"/>
              </a:spcBef>
              <a:buNone/>
              <a:defRPr b="1" i="0" sz="2400" u="none" cap="none" strike="noStrike">
                <a:solidFill>
                  <a:srgbClr val="FFFFFF"/>
                </a:solidFill>
                <a:latin typeface="Twentieth Century"/>
                <a:ea typeface="Twentieth Century"/>
                <a:cs typeface="Twentieth Century"/>
                <a:sym typeface="Twentieth Century"/>
              </a:defRPr>
            </a:lvl3pPr>
            <a:lvl4pPr indent="0" lvl="3" marL="0" algn="ctr">
              <a:spcBef>
                <a:spcPts val="0"/>
              </a:spcBef>
              <a:buNone/>
              <a:defRPr b="1" i="0" sz="2400" u="none" cap="none" strike="noStrike">
                <a:solidFill>
                  <a:srgbClr val="FFFFFF"/>
                </a:solidFill>
                <a:latin typeface="Twentieth Century"/>
                <a:ea typeface="Twentieth Century"/>
                <a:cs typeface="Twentieth Century"/>
                <a:sym typeface="Twentieth Century"/>
              </a:defRPr>
            </a:lvl4pPr>
            <a:lvl5pPr indent="0" lvl="4" marL="0" algn="ctr">
              <a:spcBef>
                <a:spcPts val="0"/>
              </a:spcBef>
              <a:buNone/>
              <a:defRPr b="1" i="0" sz="2400" u="none" cap="none" strike="noStrike">
                <a:solidFill>
                  <a:srgbClr val="FFFFFF"/>
                </a:solidFill>
                <a:latin typeface="Twentieth Century"/>
                <a:ea typeface="Twentieth Century"/>
                <a:cs typeface="Twentieth Century"/>
                <a:sym typeface="Twentieth Century"/>
              </a:defRPr>
            </a:lvl5pPr>
            <a:lvl6pPr indent="0" lvl="5" marL="0" algn="ctr">
              <a:spcBef>
                <a:spcPts val="0"/>
              </a:spcBef>
              <a:buNone/>
              <a:defRPr b="1" i="0" sz="2400" u="none" cap="none" strike="noStrike">
                <a:solidFill>
                  <a:srgbClr val="FFFFFF"/>
                </a:solidFill>
                <a:latin typeface="Twentieth Century"/>
                <a:ea typeface="Twentieth Century"/>
                <a:cs typeface="Twentieth Century"/>
                <a:sym typeface="Twentieth Century"/>
              </a:defRPr>
            </a:lvl6pPr>
            <a:lvl7pPr indent="0" lvl="6" marL="0" algn="ctr">
              <a:spcBef>
                <a:spcPts val="0"/>
              </a:spcBef>
              <a:buNone/>
              <a:defRPr b="1" i="0" sz="2400" u="none" cap="none" strike="noStrike">
                <a:solidFill>
                  <a:srgbClr val="FFFFFF"/>
                </a:solidFill>
                <a:latin typeface="Twentieth Century"/>
                <a:ea typeface="Twentieth Century"/>
                <a:cs typeface="Twentieth Century"/>
                <a:sym typeface="Twentieth Century"/>
              </a:defRPr>
            </a:lvl7pPr>
            <a:lvl8pPr indent="0" lvl="7" marL="0" algn="ctr">
              <a:spcBef>
                <a:spcPts val="0"/>
              </a:spcBef>
              <a:buNone/>
              <a:defRPr b="1" i="0" sz="2400" u="none" cap="none" strike="noStrike">
                <a:solidFill>
                  <a:srgbClr val="FFFFFF"/>
                </a:solidFill>
                <a:latin typeface="Twentieth Century"/>
                <a:ea typeface="Twentieth Century"/>
                <a:cs typeface="Twentieth Century"/>
                <a:sym typeface="Twentieth Century"/>
              </a:defRPr>
            </a:lvl8pPr>
            <a:lvl9pPr indent="0" lvl="8" marL="0" algn="ctr">
              <a:spcBef>
                <a:spcPts val="0"/>
              </a:spcBef>
              <a:buNone/>
              <a:defRPr b="1" i="0" sz="2400" u="none" cap="none" strike="noStrike">
                <a:solidFill>
                  <a:srgbClr val="FFFFFF"/>
                </a:solidFill>
                <a:latin typeface="Twentieth Century"/>
                <a:ea typeface="Twentieth Century"/>
                <a:cs typeface="Twentieth Century"/>
                <a:sym typeface="Twentieth Century"/>
              </a:defRPr>
            </a:lvl9pPr>
          </a:lstStyle>
          <a:p>
            <a:pPr indent="0" lvl="0" marL="0" rtl="0" algn="ctr">
              <a:spcBef>
                <a:spcPts val="0"/>
              </a:spcBef>
              <a:spcAft>
                <a:spcPts val="0"/>
              </a:spcAft>
              <a:buNone/>
            </a:pPr>
            <a:fld id="{00000000-1234-1234-1234-123412341234}" type="slidenum">
              <a:rPr lang="en-US"/>
              <a:t>‹#›</a:t>
            </a:fld>
            <a:endParaRPr/>
          </a:p>
        </p:txBody>
      </p:sp>
      <p:sp>
        <p:nvSpPr>
          <p:cNvPr id="47" name="Google Shape;47;p17"/>
          <p:cNvSpPr txBox="1"/>
          <p:nvPr>
            <p:ph idx="11" type="ftr"/>
          </p:nvPr>
        </p:nvSpPr>
        <p:spPr>
          <a:xfrm>
            <a:off x="609600" y="6248206"/>
            <a:ext cx="5421083" cy="365125"/>
          </a:xfrm>
          <a:prstGeom prst="rect">
            <a:avLst/>
          </a:prstGeom>
          <a:solidFill>
            <a:srgbClr val="F86308"/>
          </a:solid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pic>
        <p:nvPicPr>
          <p:cNvPr id="48" name="Google Shape;48;p17"/>
          <p:cNvPicPr preferRelativeResize="0"/>
          <p:nvPr/>
        </p:nvPicPr>
        <p:blipFill rotWithShape="1">
          <a:blip r:embed="rId3">
            <a:alphaModFix/>
          </a:blip>
          <a:srcRect b="0" l="0" r="0" t="0"/>
          <a:stretch/>
        </p:blipFill>
        <p:spPr>
          <a:xfrm>
            <a:off x="228601" y="3899346"/>
            <a:ext cx="1295400" cy="1129854"/>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9" name="Shape 49"/>
        <p:cNvGrpSpPr/>
        <p:nvPr/>
      </p:nvGrpSpPr>
      <p:grpSpPr>
        <a:xfrm>
          <a:off x="0" y="0"/>
          <a:ext cx="0" cy="0"/>
          <a:chOff x="0" y="0"/>
          <a:chExt cx="0" cy="0"/>
        </a:xfrm>
      </p:grpSpPr>
      <p:sp>
        <p:nvSpPr>
          <p:cNvPr id="50" name="Google Shape;50;p18"/>
          <p:cNvSpPr txBox="1"/>
          <p:nvPr>
            <p:ph type="title"/>
          </p:nvPr>
        </p:nvSpPr>
        <p:spPr>
          <a:xfrm>
            <a:off x="609600" y="228600"/>
            <a:ext cx="8153400" cy="990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18"/>
          <p:cNvSpPr txBox="1"/>
          <p:nvPr>
            <p:ph idx="1" type="body"/>
          </p:nvPr>
        </p:nvSpPr>
        <p:spPr>
          <a:xfrm>
            <a:off x="609600" y="1589567"/>
            <a:ext cx="3886200" cy="4572000"/>
          </a:xfrm>
          <a:prstGeom prst="rect">
            <a:avLst/>
          </a:prstGeom>
          <a:noFill/>
          <a:ln>
            <a:noFill/>
          </a:ln>
        </p:spPr>
        <p:txBody>
          <a:bodyPr anchorCtr="0" anchor="t" bIns="45700" lIns="91425" spcFirstLastPara="1" rIns="91425" wrap="square" tIns="45700">
            <a:normAutofit/>
          </a:bodyPr>
          <a:lstStyle>
            <a:lvl1pPr indent="-297180" lvl="0" marL="457200" algn="l">
              <a:spcBef>
                <a:spcPts val="700"/>
              </a:spcBef>
              <a:spcAft>
                <a:spcPts val="0"/>
              </a:spcAft>
              <a:buSzPts val="1080"/>
              <a:buChar char="◻"/>
              <a:defRPr/>
            </a:lvl1pPr>
            <a:lvl2pPr indent="-308610" lvl="1" marL="914400" algn="l">
              <a:spcBef>
                <a:spcPts val="550"/>
              </a:spcBef>
              <a:spcAft>
                <a:spcPts val="0"/>
              </a:spcAft>
              <a:buSzPts val="1260"/>
              <a:buChar char="🞑"/>
              <a:defRPr/>
            </a:lvl2pPr>
            <a:lvl3pPr indent="-314325" lvl="2" marL="1371600" algn="l">
              <a:spcBef>
                <a:spcPts val="500"/>
              </a:spcBef>
              <a:spcAft>
                <a:spcPts val="0"/>
              </a:spcAft>
              <a:buSzPts val="1350"/>
              <a:buChar char="■"/>
              <a:defRPr/>
            </a:lvl3pPr>
            <a:lvl4pPr indent="-314325" lvl="3" marL="1828800" algn="l">
              <a:spcBef>
                <a:spcPts val="400"/>
              </a:spcBef>
              <a:spcAft>
                <a:spcPts val="0"/>
              </a:spcAft>
              <a:buSzPts val="1350"/>
              <a:buChar char="■"/>
              <a:defRPr/>
            </a:lvl4pPr>
            <a:lvl5pPr indent="-302895" lvl="4" marL="2286000" algn="l">
              <a:spcBef>
                <a:spcPts val="400"/>
              </a:spcBef>
              <a:spcAft>
                <a:spcPts val="0"/>
              </a:spcAft>
              <a:buSzPts val="1170"/>
              <a:buChar char="■"/>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52" name="Google Shape;52;p18"/>
          <p:cNvSpPr txBox="1"/>
          <p:nvPr>
            <p:ph idx="2" type="body"/>
          </p:nvPr>
        </p:nvSpPr>
        <p:spPr>
          <a:xfrm>
            <a:off x="4844901" y="1589567"/>
            <a:ext cx="3886200" cy="4572000"/>
          </a:xfrm>
          <a:prstGeom prst="rect">
            <a:avLst/>
          </a:prstGeom>
          <a:noFill/>
          <a:ln>
            <a:noFill/>
          </a:ln>
        </p:spPr>
        <p:txBody>
          <a:bodyPr anchorCtr="0" anchor="t" bIns="45700" lIns="91425" spcFirstLastPara="1" rIns="91425" wrap="square" tIns="45700">
            <a:normAutofit/>
          </a:bodyPr>
          <a:lstStyle>
            <a:lvl1pPr indent="-297180" lvl="0" marL="457200" algn="l">
              <a:spcBef>
                <a:spcPts val="700"/>
              </a:spcBef>
              <a:spcAft>
                <a:spcPts val="0"/>
              </a:spcAft>
              <a:buSzPts val="1080"/>
              <a:buChar char="◻"/>
              <a:defRPr/>
            </a:lvl1pPr>
            <a:lvl2pPr indent="-308610" lvl="1" marL="914400" algn="l">
              <a:spcBef>
                <a:spcPts val="550"/>
              </a:spcBef>
              <a:spcAft>
                <a:spcPts val="0"/>
              </a:spcAft>
              <a:buSzPts val="1260"/>
              <a:buChar char="🞑"/>
              <a:defRPr/>
            </a:lvl2pPr>
            <a:lvl3pPr indent="-314325" lvl="2" marL="1371600" algn="l">
              <a:spcBef>
                <a:spcPts val="500"/>
              </a:spcBef>
              <a:spcAft>
                <a:spcPts val="0"/>
              </a:spcAft>
              <a:buSzPts val="1350"/>
              <a:buChar char="■"/>
              <a:defRPr/>
            </a:lvl3pPr>
            <a:lvl4pPr indent="-314325" lvl="3" marL="1828800" algn="l">
              <a:spcBef>
                <a:spcPts val="400"/>
              </a:spcBef>
              <a:spcAft>
                <a:spcPts val="0"/>
              </a:spcAft>
              <a:buSzPts val="1350"/>
              <a:buChar char="■"/>
              <a:defRPr/>
            </a:lvl4pPr>
            <a:lvl5pPr indent="-302895" lvl="4" marL="2286000" algn="l">
              <a:spcBef>
                <a:spcPts val="400"/>
              </a:spcBef>
              <a:spcAft>
                <a:spcPts val="0"/>
              </a:spcAft>
              <a:buSzPts val="1170"/>
              <a:buChar char="■"/>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53" name="Google Shape;53;p18"/>
          <p:cNvSpPr txBox="1"/>
          <p:nvPr>
            <p:ph idx="12" type="sldNum"/>
          </p:nvPr>
        </p:nvSpPr>
        <p:spPr>
          <a:xfrm>
            <a:off x="0" y="1272222"/>
            <a:ext cx="533400" cy="244476"/>
          </a:xfrm>
          <a:prstGeom prst="rect">
            <a:avLst/>
          </a:prstGeom>
          <a:noFill/>
          <a:ln>
            <a:noFill/>
          </a:ln>
        </p:spPr>
        <p:txBody>
          <a:bodyPr anchorCtr="0" anchor="ctr" bIns="45700" lIns="91425" spcFirstLastPara="1" rIns="91425" wrap="square" tIns="45700">
            <a:norm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54" name="Google Shape;54;p18"/>
          <p:cNvSpPr txBox="1"/>
          <p:nvPr/>
        </p:nvSpPr>
        <p:spPr>
          <a:xfrm>
            <a:off x="609600" y="6400606"/>
            <a:ext cx="5421083" cy="365125"/>
          </a:xfrm>
          <a:prstGeom prst="rect">
            <a:avLst/>
          </a:prstGeom>
          <a:solidFill>
            <a:srgbClr val="F86308"/>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400" u="none" cap="none" strike="noStrike">
                <a:solidFill>
                  <a:schemeClr val="lt1"/>
                </a:solidFill>
                <a:latin typeface="Twentieth Century"/>
                <a:ea typeface="Twentieth Century"/>
                <a:cs typeface="Twentieth Century"/>
                <a:sym typeface="Twentieth Century"/>
              </a:rPr>
              <a:t>Project name here</a:t>
            </a:r>
            <a:endParaRPr b="0" i="0" sz="1400" u="none" cap="none" strike="noStrike">
              <a:solidFill>
                <a:schemeClr val="lt1"/>
              </a:solidFill>
              <a:latin typeface="Twentieth Century"/>
              <a:ea typeface="Twentieth Century"/>
              <a:cs typeface="Twentieth Century"/>
              <a:sym typeface="Twentieth Century"/>
            </a:endParaRPr>
          </a:p>
        </p:txBody>
      </p:sp>
      <p:sp>
        <p:nvSpPr>
          <p:cNvPr id="55" name="Google Shape;55;p18"/>
          <p:cNvSpPr txBox="1"/>
          <p:nvPr>
            <p:ph idx="10" type="dt"/>
          </p:nvPr>
        </p:nvSpPr>
        <p:spPr>
          <a:xfrm>
            <a:off x="6096000" y="6416675"/>
            <a:ext cx="2667000" cy="365125"/>
          </a:xfrm>
          <a:prstGeom prst="rect">
            <a:avLst/>
          </a:prstGeom>
          <a:solidFill>
            <a:srgbClr val="008000"/>
          </a:solid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6" name="Shape 56"/>
        <p:cNvGrpSpPr/>
        <p:nvPr/>
      </p:nvGrpSpPr>
      <p:grpSpPr>
        <a:xfrm>
          <a:off x="0" y="0"/>
          <a:ext cx="0" cy="0"/>
          <a:chOff x="0" y="0"/>
          <a:chExt cx="0" cy="0"/>
        </a:xfrm>
      </p:grpSpPr>
      <p:sp>
        <p:nvSpPr>
          <p:cNvPr id="57" name="Google Shape;57;p19"/>
          <p:cNvSpPr txBox="1"/>
          <p:nvPr>
            <p:ph type="title"/>
          </p:nvPr>
        </p:nvSpPr>
        <p:spPr>
          <a:xfrm>
            <a:off x="533400" y="273050"/>
            <a:ext cx="8153400" cy="86995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2"/>
              </a:buClr>
              <a:buSzPts val="4400"/>
              <a:buFont typeface="Twentieth Century"/>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8" name="Google Shape;58;p19"/>
          <p:cNvSpPr txBox="1"/>
          <p:nvPr>
            <p:ph idx="1" type="body"/>
          </p:nvPr>
        </p:nvSpPr>
        <p:spPr>
          <a:xfrm>
            <a:off x="609600" y="2438400"/>
            <a:ext cx="3886200" cy="3581400"/>
          </a:xfrm>
          <a:prstGeom prst="rect">
            <a:avLst/>
          </a:prstGeom>
          <a:noFill/>
          <a:ln>
            <a:noFill/>
          </a:ln>
        </p:spPr>
        <p:txBody>
          <a:bodyPr anchorCtr="0" anchor="t" bIns="45700" lIns="91425" spcFirstLastPara="1" rIns="91425" wrap="square" tIns="45700">
            <a:normAutofit/>
          </a:bodyPr>
          <a:lstStyle>
            <a:lvl1pPr indent="-297180" lvl="0" marL="457200" algn="l">
              <a:spcBef>
                <a:spcPts val="700"/>
              </a:spcBef>
              <a:spcAft>
                <a:spcPts val="0"/>
              </a:spcAft>
              <a:buSzPts val="1080"/>
              <a:buChar char="◻"/>
              <a:defRPr/>
            </a:lvl1pPr>
            <a:lvl2pPr indent="-308610" lvl="1" marL="914400" algn="l">
              <a:spcBef>
                <a:spcPts val="550"/>
              </a:spcBef>
              <a:spcAft>
                <a:spcPts val="0"/>
              </a:spcAft>
              <a:buSzPts val="1260"/>
              <a:buChar char="🞑"/>
              <a:defRPr/>
            </a:lvl2pPr>
            <a:lvl3pPr indent="-314325" lvl="2" marL="1371600" algn="l">
              <a:spcBef>
                <a:spcPts val="500"/>
              </a:spcBef>
              <a:spcAft>
                <a:spcPts val="0"/>
              </a:spcAft>
              <a:buSzPts val="1350"/>
              <a:buChar char="■"/>
              <a:defRPr/>
            </a:lvl3pPr>
            <a:lvl4pPr indent="-314325" lvl="3" marL="1828800" algn="l">
              <a:spcBef>
                <a:spcPts val="400"/>
              </a:spcBef>
              <a:spcAft>
                <a:spcPts val="0"/>
              </a:spcAft>
              <a:buSzPts val="1350"/>
              <a:buChar char="■"/>
              <a:defRPr/>
            </a:lvl4pPr>
            <a:lvl5pPr indent="-302895" lvl="4" marL="2286000" algn="l">
              <a:spcBef>
                <a:spcPts val="400"/>
              </a:spcBef>
              <a:spcAft>
                <a:spcPts val="0"/>
              </a:spcAft>
              <a:buSzPts val="1170"/>
              <a:buChar char="■"/>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59" name="Google Shape;59;p19"/>
          <p:cNvSpPr txBox="1"/>
          <p:nvPr>
            <p:ph idx="2" type="body"/>
          </p:nvPr>
        </p:nvSpPr>
        <p:spPr>
          <a:xfrm>
            <a:off x="4800600" y="2438400"/>
            <a:ext cx="3886200" cy="3581400"/>
          </a:xfrm>
          <a:prstGeom prst="rect">
            <a:avLst/>
          </a:prstGeom>
          <a:noFill/>
          <a:ln>
            <a:noFill/>
          </a:ln>
        </p:spPr>
        <p:txBody>
          <a:bodyPr anchorCtr="0" anchor="t" bIns="45700" lIns="91425" spcFirstLastPara="1" rIns="91425" wrap="square" tIns="45700">
            <a:normAutofit/>
          </a:bodyPr>
          <a:lstStyle>
            <a:lvl1pPr indent="-297180" lvl="0" marL="457200" algn="l">
              <a:spcBef>
                <a:spcPts val="700"/>
              </a:spcBef>
              <a:spcAft>
                <a:spcPts val="0"/>
              </a:spcAft>
              <a:buSzPts val="1080"/>
              <a:buChar char="◻"/>
              <a:defRPr/>
            </a:lvl1pPr>
            <a:lvl2pPr indent="-308610" lvl="1" marL="914400" algn="l">
              <a:spcBef>
                <a:spcPts val="550"/>
              </a:spcBef>
              <a:spcAft>
                <a:spcPts val="0"/>
              </a:spcAft>
              <a:buSzPts val="1260"/>
              <a:buChar char="🞑"/>
              <a:defRPr/>
            </a:lvl2pPr>
            <a:lvl3pPr indent="-314325" lvl="2" marL="1371600" algn="l">
              <a:spcBef>
                <a:spcPts val="500"/>
              </a:spcBef>
              <a:spcAft>
                <a:spcPts val="0"/>
              </a:spcAft>
              <a:buSzPts val="1350"/>
              <a:buChar char="■"/>
              <a:defRPr/>
            </a:lvl3pPr>
            <a:lvl4pPr indent="-314325" lvl="3" marL="1828800" algn="l">
              <a:spcBef>
                <a:spcPts val="400"/>
              </a:spcBef>
              <a:spcAft>
                <a:spcPts val="0"/>
              </a:spcAft>
              <a:buSzPts val="1350"/>
              <a:buChar char="■"/>
              <a:defRPr/>
            </a:lvl4pPr>
            <a:lvl5pPr indent="-302895" lvl="4" marL="2286000" algn="l">
              <a:spcBef>
                <a:spcPts val="400"/>
              </a:spcBef>
              <a:spcAft>
                <a:spcPts val="0"/>
              </a:spcAft>
              <a:buSzPts val="1170"/>
              <a:buChar char="■"/>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60" name="Google Shape;60;p19"/>
          <p:cNvSpPr txBox="1"/>
          <p:nvPr>
            <p:ph idx="10" type="dt"/>
          </p:nvPr>
        </p:nvSpPr>
        <p:spPr>
          <a:xfrm>
            <a:off x="6096000" y="6248400"/>
            <a:ext cx="26670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19"/>
          <p:cNvSpPr txBox="1"/>
          <p:nvPr>
            <p:ph idx="12" type="sldNum"/>
          </p:nvPr>
        </p:nvSpPr>
        <p:spPr>
          <a:xfrm>
            <a:off x="0" y="1272222"/>
            <a:ext cx="533400" cy="244476"/>
          </a:xfrm>
          <a:prstGeom prst="rect">
            <a:avLst/>
          </a:prstGeom>
          <a:noFill/>
          <a:ln>
            <a:noFill/>
          </a:ln>
        </p:spPr>
        <p:txBody>
          <a:bodyPr anchorCtr="0" anchor="ctr" bIns="45700" lIns="91425" spcFirstLastPara="1" rIns="91425" wrap="square" tIns="45700">
            <a:norm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62" name="Google Shape;62;p19"/>
          <p:cNvSpPr txBox="1"/>
          <p:nvPr>
            <p:ph idx="11" type="ftr"/>
          </p:nvPr>
        </p:nvSpPr>
        <p:spPr>
          <a:xfrm>
            <a:off x="609600" y="6248206"/>
            <a:ext cx="5421083"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19"/>
          <p:cNvSpPr txBox="1"/>
          <p:nvPr>
            <p:ph idx="3" type="body"/>
          </p:nvPr>
        </p:nvSpPr>
        <p:spPr>
          <a:xfrm>
            <a:off x="609600" y="1752600"/>
            <a:ext cx="3886200" cy="640080"/>
          </a:xfrm>
          <a:prstGeom prst="rect">
            <a:avLst/>
          </a:prstGeom>
          <a:solidFill>
            <a:schemeClr val="accent2"/>
          </a:solidFill>
          <a:ln>
            <a:noFill/>
          </a:ln>
        </p:spPr>
        <p:txBody>
          <a:bodyPr anchorCtr="0" anchor="ctr" bIns="45700" lIns="91425" spcFirstLastPara="1" rIns="91425" wrap="square" tIns="45700">
            <a:normAutofit/>
          </a:bodyPr>
          <a:lstStyle>
            <a:lvl1pPr indent="-228600" lvl="0" marL="457200" algn="l">
              <a:spcBef>
                <a:spcPts val="700"/>
              </a:spcBef>
              <a:spcAft>
                <a:spcPts val="0"/>
              </a:spcAft>
              <a:buSzPts val="1200"/>
              <a:buFont typeface="Twentieth Century"/>
              <a:buNone/>
              <a:defRPr b="1" sz="2000">
                <a:solidFill>
                  <a:srgbClr val="FFFFFF"/>
                </a:solidFill>
              </a:defRPr>
            </a:lvl1pPr>
            <a:lvl2pPr indent="-308610" lvl="1" marL="914400" algn="l">
              <a:spcBef>
                <a:spcPts val="550"/>
              </a:spcBef>
              <a:spcAft>
                <a:spcPts val="0"/>
              </a:spcAft>
              <a:buSzPts val="1260"/>
              <a:buChar char="🞑"/>
              <a:defRPr/>
            </a:lvl2pPr>
            <a:lvl3pPr indent="-314325" lvl="2" marL="1371600" algn="l">
              <a:spcBef>
                <a:spcPts val="500"/>
              </a:spcBef>
              <a:spcAft>
                <a:spcPts val="0"/>
              </a:spcAft>
              <a:buSzPts val="1350"/>
              <a:buChar char="■"/>
              <a:defRPr/>
            </a:lvl3pPr>
            <a:lvl4pPr indent="-314325" lvl="3" marL="1828800" algn="l">
              <a:spcBef>
                <a:spcPts val="400"/>
              </a:spcBef>
              <a:spcAft>
                <a:spcPts val="0"/>
              </a:spcAft>
              <a:buSzPts val="1350"/>
              <a:buChar char="■"/>
              <a:defRPr/>
            </a:lvl4pPr>
            <a:lvl5pPr indent="-302895" lvl="4" marL="2286000" algn="l">
              <a:spcBef>
                <a:spcPts val="400"/>
              </a:spcBef>
              <a:spcAft>
                <a:spcPts val="0"/>
              </a:spcAft>
              <a:buSzPts val="1170"/>
              <a:buChar char="■"/>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64" name="Google Shape;64;p19"/>
          <p:cNvSpPr txBox="1"/>
          <p:nvPr>
            <p:ph idx="4" type="body"/>
          </p:nvPr>
        </p:nvSpPr>
        <p:spPr>
          <a:xfrm>
            <a:off x="4800600" y="1752600"/>
            <a:ext cx="3886200" cy="640080"/>
          </a:xfrm>
          <a:prstGeom prst="rect">
            <a:avLst/>
          </a:prstGeom>
          <a:solidFill>
            <a:schemeClr val="accent4"/>
          </a:solidFill>
          <a:ln>
            <a:noFill/>
          </a:ln>
        </p:spPr>
        <p:txBody>
          <a:bodyPr anchorCtr="0" anchor="ctr" bIns="45700" lIns="91425" spcFirstLastPara="1" rIns="91425" wrap="square" tIns="45700">
            <a:normAutofit/>
          </a:bodyPr>
          <a:lstStyle>
            <a:lvl1pPr indent="-228600" lvl="0" marL="457200" algn="l">
              <a:spcBef>
                <a:spcPts val="700"/>
              </a:spcBef>
              <a:spcAft>
                <a:spcPts val="0"/>
              </a:spcAft>
              <a:buSzPts val="1200"/>
              <a:buFont typeface="Twentieth Century"/>
              <a:buNone/>
              <a:defRPr b="1" sz="2000">
                <a:solidFill>
                  <a:srgbClr val="FFFFFF"/>
                </a:solidFill>
              </a:defRPr>
            </a:lvl1pPr>
            <a:lvl2pPr indent="-308610" lvl="1" marL="914400" algn="l">
              <a:spcBef>
                <a:spcPts val="550"/>
              </a:spcBef>
              <a:spcAft>
                <a:spcPts val="0"/>
              </a:spcAft>
              <a:buSzPts val="1260"/>
              <a:buChar char="🞑"/>
              <a:defRPr/>
            </a:lvl2pPr>
            <a:lvl3pPr indent="-314325" lvl="2" marL="1371600" algn="l">
              <a:spcBef>
                <a:spcPts val="500"/>
              </a:spcBef>
              <a:spcAft>
                <a:spcPts val="0"/>
              </a:spcAft>
              <a:buSzPts val="1350"/>
              <a:buChar char="■"/>
              <a:defRPr/>
            </a:lvl3pPr>
            <a:lvl4pPr indent="-314325" lvl="3" marL="1828800" algn="l">
              <a:spcBef>
                <a:spcPts val="400"/>
              </a:spcBef>
              <a:spcAft>
                <a:spcPts val="0"/>
              </a:spcAft>
              <a:buSzPts val="1350"/>
              <a:buChar char="■"/>
              <a:defRPr/>
            </a:lvl4pPr>
            <a:lvl5pPr indent="-302895" lvl="4" marL="2286000" algn="l">
              <a:spcBef>
                <a:spcPts val="400"/>
              </a:spcBef>
              <a:spcAft>
                <a:spcPts val="0"/>
              </a:spcAft>
              <a:buSzPts val="1170"/>
              <a:buChar char="■"/>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5" name="Shape 65"/>
        <p:cNvGrpSpPr/>
        <p:nvPr/>
      </p:nvGrpSpPr>
      <p:grpSpPr>
        <a:xfrm>
          <a:off x="0" y="0"/>
          <a:ext cx="0" cy="0"/>
          <a:chOff x="0" y="0"/>
          <a:chExt cx="0" cy="0"/>
        </a:xfrm>
      </p:grpSpPr>
      <p:sp>
        <p:nvSpPr>
          <p:cNvPr id="66" name="Google Shape;66;p20"/>
          <p:cNvSpPr txBox="1"/>
          <p:nvPr>
            <p:ph type="title"/>
          </p:nvPr>
        </p:nvSpPr>
        <p:spPr>
          <a:xfrm>
            <a:off x="609600" y="228600"/>
            <a:ext cx="8153400" cy="990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20"/>
          <p:cNvSpPr txBox="1"/>
          <p:nvPr>
            <p:ph idx="10" type="dt"/>
          </p:nvPr>
        </p:nvSpPr>
        <p:spPr>
          <a:xfrm>
            <a:off x="6096000" y="6248400"/>
            <a:ext cx="26670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20"/>
          <p:cNvSpPr txBox="1"/>
          <p:nvPr>
            <p:ph idx="11" type="ftr"/>
          </p:nvPr>
        </p:nvSpPr>
        <p:spPr>
          <a:xfrm>
            <a:off x="609600" y="6248206"/>
            <a:ext cx="5421083"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20"/>
          <p:cNvSpPr txBox="1"/>
          <p:nvPr>
            <p:ph idx="12" type="sldNum"/>
          </p:nvPr>
        </p:nvSpPr>
        <p:spPr>
          <a:xfrm>
            <a:off x="0" y="1272222"/>
            <a:ext cx="533400" cy="244476"/>
          </a:xfrm>
          <a:prstGeom prst="rect">
            <a:avLst/>
          </a:prstGeom>
          <a:noFill/>
          <a:ln>
            <a:noFill/>
          </a:ln>
        </p:spPr>
        <p:txBody>
          <a:bodyPr anchorCtr="0" anchor="ctr" bIns="45700" lIns="91425" spcFirstLastPara="1" rIns="91425" wrap="square" tIns="45700">
            <a:normAutofit/>
          </a:bodyPr>
          <a:lstStyle>
            <a:lvl1pPr indent="0" lvl="0" marL="0" algn="ctr">
              <a:spcBef>
                <a:spcPts val="0"/>
              </a:spcBef>
              <a:buNone/>
              <a:defRPr b="1" i="0" sz="1400" u="none" cap="none" strike="noStrike">
                <a:solidFill>
                  <a:srgbClr val="FFFFFF"/>
                </a:solidFill>
                <a:latin typeface="Twentieth Century"/>
                <a:ea typeface="Twentieth Century"/>
                <a:cs typeface="Twentieth Century"/>
                <a:sym typeface="Twentieth Century"/>
              </a:defRPr>
            </a:lvl1pPr>
            <a:lvl2pPr indent="0" lvl="1" marL="0" algn="ctr">
              <a:spcBef>
                <a:spcPts val="0"/>
              </a:spcBef>
              <a:buNone/>
              <a:defRPr b="1" i="0" sz="1400" u="none" cap="none" strike="noStrike">
                <a:solidFill>
                  <a:srgbClr val="FFFFFF"/>
                </a:solidFill>
                <a:latin typeface="Twentieth Century"/>
                <a:ea typeface="Twentieth Century"/>
                <a:cs typeface="Twentieth Century"/>
                <a:sym typeface="Twentieth Century"/>
              </a:defRPr>
            </a:lvl2pPr>
            <a:lvl3pPr indent="0" lvl="2" marL="0" algn="ctr">
              <a:spcBef>
                <a:spcPts val="0"/>
              </a:spcBef>
              <a:buNone/>
              <a:defRPr b="1" i="0" sz="1400" u="none" cap="none" strike="noStrike">
                <a:solidFill>
                  <a:srgbClr val="FFFFFF"/>
                </a:solidFill>
                <a:latin typeface="Twentieth Century"/>
                <a:ea typeface="Twentieth Century"/>
                <a:cs typeface="Twentieth Century"/>
                <a:sym typeface="Twentieth Century"/>
              </a:defRPr>
            </a:lvl3pPr>
            <a:lvl4pPr indent="0" lvl="3" marL="0" algn="ctr">
              <a:spcBef>
                <a:spcPts val="0"/>
              </a:spcBef>
              <a:buNone/>
              <a:defRPr b="1" i="0" sz="1400" u="none" cap="none" strike="noStrike">
                <a:solidFill>
                  <a:srgbClr val="FFFFFF"/>
                </a:solidFill>
                <a:latin typeface="Twentieth Century"/>
                <a:ea typeface="Twentieth Century"/>
                <a:cs typeface="Twentieth Century"/>
                <a:sym typeface="Twentieth Century"/>
              </a:defRPr>
            </a:lvl4pPr>
            <a:lvl5pPr indent="0" lvl="4" marL="0" algn="ctr">
              <a:spcBef>
                <a:spcPts val="0"/>
              </a:spcBef>
              <a:buNone/>
              <a:defRPr b="1" i="0" sz="1400" u="none" cap="none" strike="noStrike">
                <a:solidFill>
                  <a:srgbClr val="FFFFFF"/>
                </a:solidFill>
                <a:latin typeface="Twentieth Century"/>
                <a:ea typeface="Twentieth Century"/>
                <a:cs typeface="Twentieth Century"/>
                <a:sym typeface="Twentieth Century"/>
              </a:defRPr>
            </a:lvl5pPr>
            <a:lvl6pPr indent="0" lvl="5" marL="0" algn="ctr">
              <a:spcBef>
                <a:spcPts val="0"/>
              </a:spcBef>
              <a:buNone/>
              <a:defRPr b="1" i="0" sz="1400" u="none" cap="none" strike="noStrike">
                <a:solidFill>
                  <a:srgbClr val="FFFFFF"/>
                </a:solidFill>
                <a:latin typeface="Twentieth Century"/>
                <a:ea typeface="Twentieth Century"/>
                <a:cs typeface="Twentieth Century"/>
                <a:sym typeface="Twentieth Century"/>
              </a:defRPr>
            </a:lvl6pPr>
            <a:lvl7pPr indent="0" lvl="6" marL="0" algn="ctr">
              <a:spcBef>
                <a:spcPts val="0"/>
              </a:spcBef>
              <a:buNone/>
              <a:defRPr b="1" i="0" sz="1400" u="none" cap="none" strike="noStrike">
                <a:solidFill>
                  <a:srgbClr val="FFFFFF"/>
                </a:solidFill>
                <a:latin typeface="Twentieth Century"/>
                <a:ea typeface="Twentieth Century"/>
                <a:cs typeface="Twentieth Century"/>
                <a:sym typeface="Twentieth Century"/>
              </a:defRPr>
            </a:lvl7pPr>
            <a:lvl8pPr indent="0" lvl="7" marL="0" algn="ctr">
              <a:spcBef>
                <a:spcPts val="0"/>
              </a:spcBef>
              <a:buNone/>
              <a:defRPr b="1" i="0" sz="1400" u="none" cap="none" strike="noStrike">
                <a:solidFill>
                  <a:srgbClr val="FFFFFF"/>
                </a:solidFill>
                <a:latin typeface="Twentieth Century"/>
                <a:ea typeface="Twentieth Century"/>
                <a:cs typeface="Twentieth Century"/>
                <a:sym typeface="Twentieth Century"/>
              </a:defRPr>
            </a:lvl8pPr>
            <a:lvl9pPr indent="0" lvl="8" marL="0" algn="ctr">
              <a:spcBef>
                <a:spcPts val="0"/>
              </a:spcBef>
              <a:buNone/>
              <a:defRPr b="1" i="0" sz="1400" u="none" cap="none" strike="noStrike">
                <a:solidFill>
                  <a:srgbClr val="FFFFFF"/>
                </a:solidFill>
                <a:latin typeface="Twentieth Century"/>
                <a:ea typeface="Twentieth Century"/>
                <a:cs typeface="Twentieth Century"/>
                <a:sym typeface="Twentieth Century"/>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0" name="Shape 70"/>
        <p:cNvGrpSpPr/>
        <p:nvPr/>
      </p:nvGrpSpPr>
      <p:grpSpPr>
        <a:xfrm>
          <a:off x="0" y="0"/>
          <a:ext cx="0" cy="0"/>
          <a:chOff x="0" y="0"/>
          <a:chExt cx="0" cy="0"/>
        </a:xfrm>
      </p:grpSpPr>
      <p:sp>
        <p:nvSpPr>
          <p:cNvPr id="71" name="Google Shape;71;p21"/>
          <p:cNvSpPr txBox="1"/>
          <p:nvPr>
            <p:ph type="title"/>
          </p:nvPr>
        </p:nvSpPr>
        <p:spPr>
          <a:xfrm>
            <a:off x="609600" y="273050"/>
            <a:ext cx="8077200" cy="86995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2"/>
              </a:buClr>
              <a:buSzPts val="4400"/>
              <a:buFont typeface="Twentieth Century"/>
              <a:buNone/>
              <a:defRPr b="0" sz="4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2" name="Google Shape;72;p21"/>
          <p:cNvSpPr txBox="1"/>
          <p:nvPr>
            <p:ph idx="10" type="dt"/>
          </p:nvPr>
        </p:nvSpPr>
        <p:spPr>
          <a:xfrm>
            <a:off x="6096000" y="6248400"/>
            <a:ext cx="26670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1"/>
          <p:cNvSpPr txBox="1"/>
          <p:nvPr>
            <p:ph idx="11" type="ftr"/>
          </p:nvPr>
        </p:nvSpPr>
        <p:spPr>
          <a:xfrm>
            <a:off x="609600" y="6248206"/>
            <a:ext cx="5421083"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21"/>
          <p:cNvSpPr txBox="1"/>
          <p:nvPr>
            <p:ph idx="12" type="sldNum"/>
          </p:nvPr>
        </p:nvSpPr>
        <p:spPr>
          <a:xfrm>
            <a:off x="0" y="1272222"/>
            <a:ext cx="533400" cy="244476"/>
          </a:xfrm>
          <a:prstGeom prst="rect">
            <a:avLst/>
          </a:prstGeom>
          <a:noFill/>
          <a:ln>
            <a:noFill/>
          </a:ln>
        </p:spPr>
        <p:txBody>
          <a:bodyPr anchorCtr="0" anchor="ctr" bIns="45700" lIns="91425" spcFirstLastPara="1" rIns="91425" wrap="square" tIns="45700">
            <a:normAutofit/>
          </a:bodyPr>
          <a:lstStyle>
            <a:lvl1pPr indent="0" lvl="0" marL="0" algn="ctr">
              <a:spcBef>
                <a:spcPts val="0"/>
              </a:spcBef>
              <a:buNone/>
              <a:defRPr b="1" i="0" sz="1400" u="none" cap="none" strike="noStrike">
                <a:solidFill>
                  <a:srgbClr val="FFFFFF"/>
                </a:solidFill>
                <a:latin typeface="Twentieth Century"/>
                <a:ea typeface="Twentieth Century"/>
                <a:cs typeface="Twentieth Century"/>
                <a:sym typeface="Twentieth Century"/>
              </a:defRPr>
            </a:lvl1pPr>
            <a:lvl2pPr indent="0" lvl="1" marL="0" algn="ctr">
              <a:spcBef>
                <a:spcPts val="0"/>
              </a:spcBef>
              <a:buNone/>
              <a:defRPr b="1" i="0" sz="1400" u="none" cap="none" strike="noStrike">
                <a:solidFill>
                  <a:srgbClr val="FFFFFF"/>
                </a:solidFill>
                <a:latin typeface="Twentieth Century"/>
                <a:ea typeface="Twentieth Century"/>
                <a:cs typeface="Twentieth Century"/>
                <a:sym typeface="Twentieth Century"/>
              </a:defRPr>
            </a:lvl2pPr>
            <a:lvl3pPr indent="0" lvl="2" marL="0" algn="ctr">
              <a:spcBef>
                <a:spcPts val="0"/>
              </a:spcBef>
              <a:buNone/>
              <a:defRPr b="1" i="0" sz="1400" u="none" cap="none" strike="noStrike">
                <a:solidFill>
                  <a:srgbClr val="FFFFFF"/>
                </a:solidFill>
                <a:latin typeface="Twentieth Century"/>
                <a:ea typeface="Twentieth Century"/>
                <a:cs typeface="Twentieth Century"/>
                <a:sym typeface="Twentieth Century"/>
              </a:defRPr>
            </a:lvl3pPr>
            <a:lvl4pPr indent="0" lvl="3" marL="0" algn="ctr">
              <a:spcBef>
                <a:spcPts val="0"/>
              </a:spcBef>
              <a:buNone/>
              <a:defRPr b="1" i="0" sz="1400" u="none" cap="none" strike="noStrike">
                <a:solidFill>
                  <a:srgbClr val="FFFFFF"/>
                </a:solidFill>
                <a:latin typeface="Twentieth Century"/>
                <a:ea typeface="Twentieth Century"/>
                <a:cs typeface="Twentieth Century"/>
                <a:sym typeface="Twentieth Century"/>
              </a:defRPr>
            </a:lvl4pPr>
            <a:lvl5pPr indent="0" lvl="4" marL="0" algn="ctr">
              <a:spcBef>
                <a:spcPts val="0"/>
              </a:spcBef>
              <a:buNone/>
              <a:defRPr b="1" i="0" sz="1400" u="none" cap="none" strike="noStrike">
                <a:solidFill>
                  <a:srgbClr val="FFFFFF"/>
                </a:solidFill>
                <a:latin typeface="Twentieth Century"/>
                <a:ea typeface="Twentieth Century"/>
                <a:cs typeface="Twentieth Century"/>
                <a:sym typeface="Twentieth Century"/>
              </a:defRPr>
            </a:lvl5pPr>
            <a:lvl6pPr indent="0" lvl="5" marL="0" algn="ctr">
              <a:spcBef>
                <a:spcPts val="0"/>
              </a:spcBef>
              <a:buNone/>
              <a:defRPr b="1" i="0" sz="1400" u="none" cap="none" strike="noStrike">
                <a:solidFill>
                  <a:srgbClr val="FFFFFF"/>
                </a:solidFill>
                <a:latin typeface="Twentieth Century"/>
                <a:ea typeface="Twentieth Century"/>
                <a:cs typeface="Twentieth Century"/>
                <a:sym typeface="Twentieth Century"/>
              </a:defRPr>
            </a:lvl6pPr>
            <a:lvl7pPr indent="0" lvl="6" marL="0" algn="ctr">
              <a:spcBef>
                <a:spcPts val="0"/>
              </a:spcBef>
              <a:buNone/>
              <a:defRPr b="1" i="0" sz="1400" u="none" cap="none" strike="noStrike">
                <a:solidFill>
                  <a:srgbClr val="FFFFFF"/>
                </a:solidFill>
                <a:latin typeface="Twentieth Century"/>
                <a:ea typeface="Twentieth Century"/>
                <a:cs typeface="Twentieth Century"/>
                <a:sym typeface="Twentieth Century"/>
              </a:defRPr>
            </a:lvl7pPr>
            <a:lvl8pPr indent="0" lvl="7" marL="0" algn="ctr">
              <a:spcBef>
                <a:spcPts val="0"/>
              </a:spcBef>
              <a:buNone/>
              <a:defRPr b="1" i="0" sz="1400" u="none" cap="none" strike="noStrike">
                <a:solidFill>
                  <a:srgbClr val="FFFFFF"/>
                </a:solidFill>
                <a:latin typeface="Twentieth Century"/>
                <a:ea typeface="Twentieth Century"/>
                <a:cs typeface="Twentieth Century"/>
                <a:sym typeface="Twentieth Century"/>
              </a:defRPr>
            </a:lvl8pPr>
            <a:lvl9pPr indent="0" lvl="8" marL="0" algn="ctr">
              <a:spcBef>
                <a:spcPts val="0"/>
              </a:spcBef>
              <a:buNone/>
              <a:defRPr b="1" i="0" sz="1400" u="none" cap="none" strike="noStrike">
                <a:solidFill>
                  <a:srgbClr val="FFFFFF"/>
                </a:solidFill>
                <a:latin typeface="Twentieth Century"/>
                <a:ea typeface="Twentieth Century"/>
                <a:cs typeface="Twentieth Century"/>
                <a:sym typeface="Twentieth Century"/>
              </a:defRPr>
            </a:lvl9pPr>
          </a:lstStyle>
          <a:p>
            <a:pPr indent="0" lvl="0" marL="0" rtl="0" algn="ctr">
              <a:spcBef>
                <a:spcPts val="0"/>
              </a:spcBef>
              <a:spcAft>
                <a:spcPts val="0"/>
              </a:spcAft>
              <a:buNone/>
            </a:pPr>
            <a:fld id="{00000000-1234-1234-1234-123412341234}" type="slidenum">
              <a:rPr lang="en-US"/>
              <a:t>‹#›</a:t>
            </a:fld>
            <a:endParaRPr/>
          </a:p>
        </p:txBody>
      </p:sp>
      <p:sp>
        <p:nvSpPr>
          <p:cNvPr id="75" name="Google Shape;75;p21"/>
          <p:cNvSpPr txBox="1"/>
          <p:nvPr>
            <p:ph idx="1" type="body"/>
          </p:nvPr>
        </p:nvSpPr>
        <p:spPr>
          <a:xfrm>
            <a:off x="609600" y="1752600"/>
            <a:ext cx="1600200" cy="4343400"/>
          </a:xfrm>
          <a:prstGeom prst="rect">
            <a:avLst/>
          </a:prstGeom>
          <a:solidFill>
            <a:schemeClr val="accent2"/>
          </a:solidFill>
          <a:ln cap="sq" cmpd="dbl" w="50800">
            <a:solidFill>
              <a:schemeClr val="accent2"/>
            </a:solidFill>
            <a:prstDash val="solid"/>
            <a:miter lim="800000"/>
            <a:headEnd len="sm" w="sm" type="none"/>
            <a:tailEnd len="sm" w="sm" type="none"/>
          </a:ln>
        </p:spPr>
        <p:txBody>
          <a:bodyPr anchorCtr="0" anchor="t" bIns="91425" lIns="137150" spcFirstLastPara="1" rIns="137150" wrap="square" tIns="182875">
            <a:normAutofit/>
          </a:bodyPr>
          <a:lstStyle>
            <a:lvl1pPr indent="-228600" lvl="0" marL="457200" algn="l">
              <a:spcBef>
                <a:spcPts val="700"/>
              </a:spcBef>
              <a:spcAft>
                <a:spcPts val="0"/>
              </a:spcAft>
              <a:buSzPts val="1080"/>
              <a:buNone/>
              <a:defRPr sz="1800">
                <a:solidFill>
                  <a:schemeClr val="lt1"/>
                </a:solidFill>
                <a:latin typeface="Twentieth Century"/>
                <a:ea typeface="Twentieth Century"/>
                <a:cs typeface="Twentieth Century"/>
                <a:sym typeface="Twentieth Century"/>
              </a:defRPr>
            </a:lvl1pPr>
            <a:lvl2pPr indent="-228600" lvl="1" marL="914400" algn="l">
              <a:spcBef>
                <a:spcPts val="1000"/>
              </a:spcBef>
              <a:spcAft>
                <a:spcPts val="0"/>
              </a:spcAft>
              <a:buSzPts val="840"/>
              <a:buNone/>
              <a:defRPr sz="1200">
                <a:solidFill>
                  <a:schemeClr val="lt1"/>
                </a:solidFill>
                <a:latin typeface="Twentieth Century"/>
                <a:ea typeface="Twentieth Century"/>
                <a:cs typeface="Twentieth Century"/>
                <a:sym typeface="Twentieth Century"/>
              </a:defRPr>
            </a:lvl2pPr>
            <a:lvl3pPr indent="-228600" lvl="2" marL="1371600" algn="l">
              <a:spcBef>
                <a:spcPts val="500"/>
              </a:spcBef>
              <a:spcAft>
                <a:spcPts val="0"/>
              </a:spcAft>
              <a:buSzPts val="750"/>
              <a:buNone/>
              <a:defRPr sz="1000">
                <a:solidFill>
                  <a:schemeClr val="lt1"/>
                </a:solidFill>
                <a:latin typeface="Twentieth Century"/>
                <a:ea typeface="Twentieth Century"/>
                <a:cs typeface="Twentieth Century"/>
                <a:sym typeface="Twentieth Century"/>
              </a:defRPr>
            </a:lvl3pPr>
            <a:lvl4pPr indent="-228600" lvl="3" marL="1828800" algn="l">
              <a:spcBef>
                <a:spcPts val="400"/>
              </a:spcBef>
              <a:spcAft>
                <a:spcPts val="0"/>
              </a:spcAft>
              <a:buSzPts val="675"/>
              <a:buNone/>
              <a:defRPr sz="900">
                <a:solidFill>
                  <a:schemeClr val="lt1"/>
                </a:solidFill>
                <a:latin typeface="Twentieth Century"/>
                <a:ea typeface="Twentieth Century"/>
                <a:cs typeface="Twentieth Century"/>
                <a:sym typeface="Twentieth Century"/>
              </a:defRPr>
            </a:lvl4pPr>
            <a:lvl5pPr indent="-228600" lvl="4" marL="2286000" algn="l">
              <a:spcBef>
                <a:spcPts val="400"/>
              </a:spcBef>
              <a:spcAft>
                <a:spcPts val="0"/>
              </a:spcAft>
              <a:buSzPts val="585"/>
              <a:buNone/>
              <a:defRPr sz="900">
                <a:solidFill>
                  <a:schemeClr val="lt1"/>
                </a:solidFill>
                <a:latin typeface="Twentieth Century"/>
                <a:ea typeface="Twentieth Century"/>
                <a:cs typeface="Twentieth Century"/>
                <a:sym typeface="Twentieth Century"/>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76" name="Google Shape;76;p21"/>
          <p:cNvSpPr txBox="1"/>
          <p:nvPr>
            <p:ph idx="2" type="body"/>
          </p:nvPr>
        </p:nvSpPr>
        <p:spPr>
          <a:xfrm>
            <a:off x="2362200" y="1752600"/>
            <a:ext cx="6400800" cy="4419600"/>
          </a:xfrm>
          <a:prstGeom prst="rect">
            <a:avLst/>
          </a:prstGeom>
          <a:noFill/>
          <a:ln>
            <a:noFill/>
          </a:ln>
        </p:spPr>
        <p:txBody>
          <a:bodyPr anchorCtr="0" anchor="t" bIns="45700" lIns="91425" spcFirstLastPara="1" rIns="91425" wrap="square" tIns="45700">
            <a:normAutofit/>
          </a:bodyPr>
          <a:lstStyle>
            <a:lvl1pPr indent="-297180" lvl="0" marL="457200" algn="l">
              <a:spcBef>
                <a:spcPts val="700"/>
              </a:spcBef>
              <a:spcAft>
                <a:spcPts val="0"/>
              </a:spcAft>
              <a:buSzPts val="1080"/>
              <a:buChar char="◻"/>
              <a:defRPr/>
            </a:lvl1pPr>
            <a:lvl2pPr indent="-308610" lvl="1" marL="914400" algn="l">
              <a:spcBef>
                <a:spcPts val="550"/>
              </a:spcBef>
              <a:spcAft>
                <a:spcPts val="0"/>
              </a:spcAft>
              <a:buSzPts val="1260"/>
              <a:buChar char="🞑"/>
              <a:defRPr/>
            </a:lvl2pPr>
            <a:lvl3pPr indent="-314325" lvl="2" marL="1371600" algn="l">
              <a:spcBef>
                <a:spcPts val="500"/>
              </a:spcBef>
              <a:spcAft>
                <a:spcPts val="0"/>
              </a:spcAft>
              <a:buSzPts val="1350"/>
              <a:buChar char="■"/>
              <a:defRPr/>
            </a:lvl3pPr>
            <a:lvl4pPr indent="-314325" lvl="3" marL="1828800" algn="l">
              <a:spcBef>
                <a:spcPts val="400"/>
              </a:spcBef>
              <a:spcAft>
                <a:spcPts val="0"/>
              </a:spcAft>
              <a:buSzPts val="1350"/>
              <a:buChar char="■"/>
              <a:defRPr/>
            </a:lvl4pPr>
            <a:lvl5pPr indent="-302895" lvl="4" marL="2286000" algn="l">
              <a:spcBef>
                <a:spcPts val="400"/>
              </a:spcBef>
              <a:spcAft>
                <a:spcPts val="0"/>
              </a:spcAft>
              <a:buSzPts val="1170"/>
              <a:buChar char="■"/>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bg>
      <p:bgPr>
        <a:blipFill rotWithShape="1">
          <a:blip r:embed="rId2">
            <a:alphaModFix/>
          </a:blip>
          <a:tile algn="tl" flip="none" tx="0" sx="100000" ty="0" sy="100000"/>
        </a:blipFill>
      </p:bgPr>
    </p:bg>
    <p:spTree>
      <p:nvGrpSpPr>
        <p:cNvPr id="77" name="Shape 77"/>
        <p:cNvGrpSpPr/>
        <p:nvPr/>
      </p:nvGrpSpPr>
      <p:grpSpPr>
        <a:xfrm>
          <a:off x="0" y="0"/>
          <a:ext cx="0" cy="0"/>
          <a:chOff x="0" y="0"/>
          <a:chExt cx="0" cy="0"/>
        </a:xfrm>
      </p:grpSpPr>
      <p:sp>
        <p:nvSpPr>
          <p:cNvPr id="78" name="Google Shape;78;p22"/>
          <p:cNvSpPr txBox="1"/>
          <p:nvPr>
            <p:ph idx="1" type="body"/>
          </p:nvPr>
        </p:nvSpPr>
        <p:spPr>
          <a:xfrm>
            <a:off x="1600200" y="5486400"/>
            <a:ext cx="7315200" cy="685800"/>
          </a:xfrm>
          <a:prstGeom prst="rect">
            <a:avLst/>
          </a:prstGeom>
          <a:noFill/>
          <a:ln>
            <a:noFill/>
          </a:ln>
        </p:spPr>
        <p:txBody>
          <a:bodyPr anchorCtr="0" anchor="t" bIns="45700" lIns="91425" spcFirstLastPara="1" rIns="91425" wrap="square" tIns="45700">
            <a:normAutofit/>
          </a:bodyPr>
          <a:lstStyle>
            <a:lvl1pPr indent="-228600" lvl="0" marL="457200" algn="l">
              <a:spcBef>
                <a:spcPts val="700"/>
              </a:spcBef>
              <a:spcAft>
                <a:spcPts val="0"/>
              </a:spcAft>
              <a:buSzPts val="1020"/>
              <a:buFont typeface="Twentieth Century"/>
              <a:buNone/>
              <a:defRPr sz="1700"/>
            </a:lvl1pPr>
            <a:lvl2pPr indent="-228600" lvl="1" marL="914400" algn="l">
              <a:spcBef>
                <a:spcPts val="550"/>
              </a:spcBef>
              <a:spcAft>
                <a:spcPts val="0"/>
              </a:spcAft>
              <a:buSzPts val="840"/>
              <a:buFont typeface="Twentieth Century"/>
              <a:buNone/>
              <a:defRPr sz="1200"/>
            </a:lvl2pPr>
            <a:lvl3pPr indent="-228600" lvl="2" marL="1371600" algn="l">
              <a:spcBef>
                <a:spcPts val="500"/>
              </a:spcBef>
              <a:spcAft>
                <a:spcPts val="0"/>
              </a:spcAft>
              <a:buSzPts val="750"/>
              <a:buFont typeface="Twentieth Century"/>
              <a:buNone/>
              <a:defRPr sz="1000"/>
            </a:lvl3pPr>
            <a:lvl4pPr indent="-228600" lvl="3" marL="1828800" algn="l">
              <a:spcBef>
                <a:spcPts val="400"/>
              </a:spcBef>
              <a:spcAft>
                <a:spcPts val="0"/>
              </a:spcAft>
              <a:buSzPts val="675"/>
              <a:buFont typeface="Twentieth Century"/>
              <a:buNone/>
              <a:defRPr sz="900"/>
            </a:lvl4pPr>
            <a:lvl5pPr indent="-228600" lvl="4" marL="2286000" algn="l">
              <a:spcBef>
                <a:spcPts val="400"/>
              </a:spcBef>
              <a:spcAft>
                <a:spcPts val="0"/>
              </a:spcAft>
              <a:buSzPts val="585"/>
              <a:buFont typeface="Twentieth Century"/>
              <a:buNone/>
              <a:defRPr sz="900"/>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79" name="Google Shape;79;p22"/>
          <p:cNvSpPr/>
          <p:nvPr/>
        </p:nvSpPr>
        <p:spPr>
          <a:xfrm>
            <a:off x="-9144" y="4572000"/>
            <a:ext cx="9144000" cy="886968"/>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wentieth Century"/>
              <a:ea typeface="Twentieth Century"/>
              <a:cs typeface="Twentieth Century"/>
              <a:sym typeface="Twentieth Century"/>
            </a:endParaRPr>
          </a:p>
        </p:txBody>
      </p:sp>
      <p:sp>
        <p:nvSpPr>
          <p:cNvPr id="80" name="Google Shape;80;p22"/>
          <p:cNvSpPr/>
          <p:nvPr/>
        </p:nvSpPr>
        <p:spPr>
          <a:xfrm>
            <a:off x="-9144" y="4663440"/>
            <a:ext cx="1463040" cy="71323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wentieth Century"/>
              <a:ea typeface="Twentieth Century"/>
              <a:cs typeface="Twentieth Century"/>
              <a:sym typeface="Twentieth Century"/>
            </a:endParaRPr>
          </a:p>
        </p:txBody>
      </p:sp>
      <p:sp>
        <p:nvSpPr>
          <p:cNvPr id="81" name="Google Shape;81;p22"/>
          <p:cNvSpPr/>
          <p:nvPr/>
        </p:nvSpPr>
        <p:spPr>
          <a:xfrm>
            <a:off x="1545336" y="4654296"/>
            <a:ext cx="7598664" cy="71323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wentieth Century"/>
              <a:ea typeface="Twentieth Century"/>
              <a:cs typeface="Twentieth Century"/>
              <a:sym typeface="Twentieth Century"/>
            </a:endParaRPr>
          </a:p>
        </p:txBody>
      </p:sp>
      <p:sp>
        <p:nvSpPr>
          <p:cNvPr id="82" name="Google Shape;82;p22"/>
          <p:cNvSpPr txBox="1"/>
          <p:nvPr>
            <p:ph type="title"/>
          </p:nvPr>
        </p:nvSpPr>
        <p:spPr>
          <a:xfrm>
            <a:off x="1600200" y="4648200"/>
            <a:ext cx="7315200" cy="6858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FFFFFF"/>
              </a:buClr>
              <a:buSzPts val="2800"/>
              <a:buFont typeface="Twentieth Century"/>
              <a:buNone/>
              <a:defRPr b="0" sz="280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3" name="Google Shape;83;p22"/>
          <p:cNvSpPr/>
          <p:nvPr/>
        </p:nvSpPr>
        <p:spPr>
          <a:xfrm>
            <a:off x="1447800" y="0"/>
            <a:ext cx="100584" cy="6867144"/>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wentieth Century"/>
              <a:ea typeface="Twentieth Century"/>
              <a:cs typeface="Twentieth Century"/>
              <a:sym typeface="Twentieth Century"/>
            </a:endParaRPr>
          </a:p>
        </p:txBody>
      </p:sp>
      <p:sp>
        <p:nvSpPr>
          <p:cNvPr id="84" name="Google Shape;84;p22"/>
          <p:cNvSpPr txBox="1"/>
          <p:nvPr>
            <p:ph idx="10" type="dt"/>
          </p:nvPr>
        </p:nvSpPr>
        <p:spPr>
          <a:xfrm>
            <a:off x="6248400" y="6248400"/>
            <a:ext cx="26670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22"/>
          <p:cNvSpPr txBox="1"/>
          <p:nvPr>
            <p:ph idx="12" type="sldNum"/>
          </p:nvPr>
        </p:nvSpPr>
        <p:spPr>
          <a:xfrm>
            <a:off x="0" y="4667249"/>
            <a:ext cx="1447800" cy="663578"/>
          </a:xfrm>
          <a:prstGeom prst="rect">
            <a:avLst/>
          </a:prstGeom>
          <a:noFill/>
          <a:ln>
            <a:noFill/>
          </a:ln>
        </p:spPr>
        <p:txBody>
          <a:bodyPr anchorCtr="0" anchor="ctr" bIns="45700" lIns="91425" spcFirstLastPara="1" rIns="91425" wrap="square" tIns="45700">
            <a:normAutofit/>
          </a:bodyPr>
          <a:lstStyle>
            <a:lvl1pPr indent="0" lvl="0" marL="0" algn="ctr">
              <a:spcBef>
                <a:spcPts val="0"/>
              </a:spcBef>
              <a:buNone/>
              <a:defRPr b="1" i="0" sz="2800" u="none" cap="none" strike="noStrike">
                <a:solidFill>
                  <a:srgbClr val="FFFFFF"/>
                </a:solidFill>
                <a:latin typeface="Twentieth Century"/>
                <a:ea typeface="Twentieth Century"/>
                <a:cs typeface="Twentieth Century"/>
                <a:sym typeface="Twentieth Century"/>
              </a:defRPr>
            </a:lvl1pPr>
            <a:lvl2pPr indent="0" lvl="1" marL="0" algn="ctr">
              <a:spcBef>
                <a:spcPts val="0"/>
              </a:spcBef>
              <a:buNone/>
              <a:defRPr b="1" i="0" sz="2800" u="none" cap="none" strike="noStrike">
                <a:solidFill>
                  <a:srgbClr val="FFFFFF"/>
                </a:solidFill>
                <a:latin typeface="Twentieth Century"/>
                <a:ea typeface="Twentieth Century"/>
                <a:cs typeface="Twentieth Century"/>
                <a:sym typeface="Twentieth Century"/>
              </a:defRPr>
            </a:lvl2pPr>
            <a:lvl3pPr indent="0" lvl="2" marL="0" algn="ctr">
              <a:spcBef>
                <a:spcPts val="0"/>
              </a:spcBef>
              <a:buNone/>
              <a:defRPr b="1" i="0" sz="2800" u="none" cap="none" strike="noStrike">
                <a:solidFill>
                  <a:srgbClr val="FFFFFF"/>
                </a:solidFill>
                <a:latin typeface="Twentieth Century"/>
                <a:ea typeface="Twentieth Century"/>
                <a:cs typeface="Twentieth Century"/>
                <a:sym typeface="Twentieth Century"/>
              </a:defRPr>
            </a:lvl3pPr>
            <a:lvl4pPr indent="0" lvl="3" marL="0" algn="ctr">
              <a:spcBef>
                <a:spcPts val="0"/>
              </a:spcBef>
              <a:buNone/>
              <a:defRPr b="1" i="0" sz="2800" u="none" cap="none" strike="noStrike">
                <a:solidFill>
                  <a:srgbClr val="FFFFFF"/>
                </a:solidFill>
                <a:latin typeface="Twentieth Century"/>
                <a:ea typeface="Twentieth Century"/>
                <a:cs typeface="Twentieth Century"/>
                <a:sym typeface="Twentieth Century"/>
              </a:defRPr>
            </a:lvl4pPr>
            <a:lvl5pPr indent="0" lvl="4" marL="0" algn="ctr">
              <a:spcBef>
                <a:spcPts val="0"/>
              </a:spcBef>
              <a:buNone/>
              <a:defRPr b="1" i="0" sz="2800" u="none" cap="none" strike="noStrike">
                <a:solidFill>
                  <a:srgbClr val="FFFFFF"/>
                </a:solidFill>
                <a:latin typeface="Twentieth Century"/>
                <a:ea typeface="Twentieth Century"/>
                <a:cs typeface="Twentieth Century"/>
                <a:sym typeface="Twentieth Century"/>
              </a:defRPr>
            </a:lvl5pPr>
            <a:lvl6pPr indent="0" lvl="5" marL="0" algn="ctr">
              <a:spcBef>
                <a:spcPts val="0"/>
              </a:spcBef>
              <a:buNone/>
              <a:defRPr b="1" i="0" sz="2800" u="none" cap="none" strike="noStrike">
                <a:solidFill>
                  <a:srgbClr val="FFFFFF"/>
                </a:solidFill>
                <a:latin typeface="Twentieth Century"/>
                <a:ea typeface="Twentieth Century"/>
                <a:cs typeface="Twentieth Century"/>
                <a:sym typeface="Twentieth Century"/>
              </a:defRPr>
            </a:lvl6pPr>
            <a:lvl7pPr indent="0" lvl="6" marL="0" algn="ctr">
              <a:spcBef>
                <a:spcPts val="0"/>
              </a:spcBef>
              <a:buNone/>
              <a:defRPr b="1" i="0" sz="2800" u="none" cap="none" strike="noStrike">
                <a:solidFill>
                  <a:srgbClr val="FFFFFF"/>
                </a:solidFill>
                <a:latin typeface="Twentieth Century"/>
                <a:ea typeface="Twentieth Century"/>
                <a:cs typeface="Twentieth Century"/>
                <a:sym typeface="Twentieth Century"/>
              </a:defRPr>
            </a:lvl7pPr>
            <a:lvl8pPr indent="0" lvl="7" marL="0" algn="ctr">
              <a:spcBef>
                <a:spcPts val="0"/>
              </a:spcBef>
              <a:buNone/>
              <a:defRPr b="1" i="0" sz="2800" u="none" cap="none" strike="noStrike">
                <a:solidFill>
                  <a:srgbClr val="FFFFFF"/>
                </a:solidFill>
                <a:latin typeface="Twentieth Century"/>
                <a:ea typeface="Twentieth Century"/>
                <a:cs typeface="Twentieth Century"/>
                <a:sym typeface="Twentieth Century"/>
              </a:defRPr>
            </a:lvl8pPr>
            <a:lvl9pPr indent="0" lvl="8" marL="0" algn="ctr">
              <a:spcBef>
                <a:spcPts val="0"/>
              </a:spcBef>
              <a:buNone/>
              <a:defRPr b="1" i="0" sz="2800" u="none" cap="none" strike="noStrike">
                <a:solidFill>
                  <a:srgbClr val="FFFFFF"/>
                </a:solidFill>
                <a:latin typeface="Twentieth Century"/>
                <a:ea typeface="Twentieth Century"/>
                <a:cs typeface="Twentieth Century"/>
                <a:sym typeface="Twentieth Century"/>
              </a:defRPr>
            </a:lvl9pPr>
          </a:lstStyle>
          <a:p>
            <a:pPr indent="0" lvl="0" marL="0" rtl="0" algn="ctr">
              <a:spcBef>
                <a:spcPts val="0"/>
              </a:spcBef>
              <a:spcAft>
                <a:spcPts val="0"/>
              </a:spcAft>
              <a:buNone/>
            </a:pPr>
            <a:fld id="{00000000-1234-1234-1234-123412341234}" type="slidenum">
              <a:rPr lang="en-US"/>
              <a:t>‹#›</a:t>
            </a:fld>
            <a:endParaRPr/>
          </a:p>
        </p:txBody>
      </p:sp>
      <p:sp>
        <p:nvSpPr>
          <p:cNvPr id="86" name="Google Shape;86;p22"/>
          <p:cNvSpPr txBox="1"/>
          <p:nvPr>
            <p:ph idx="11" type="ftr"/>
          </p:nvPr>
        </p:nvSpPr>
        <p:spPr>
          <a:xfrm>
            <a:off x="1600200" y="6248206"/>
            <a:ext cx="45720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22"/>
          <p:cNvSpPr/>
          <p:nvPr>
            <p:ph idx="2" type="pic"/>
          </p:nvPr>
        </p:nvSpPr>
        <p:spPr>
          <a:xfrm>
            <a:off x="1560576" y="0"/>
            <a:ext cx="7583424" cy="4568952"/>
          </a:xfrm>
          <a:prstGeom prst="rect">
            <a:avLst/>
          </a:prstGeom>
          <a:solidFill>
            <a:srgbClr val="DCE5EE"/>
          </a:solidFill>
          <a:ln>
            <a:no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8" name="Shape 88"/>
        <p:cNvGrpSpPr/>
        <p:nvPr/>
      </p:nvGrpSpPr>
      <p:grpSpPr>
        <a:xfrm>
          <a:off x="0" y="0"/>
          <a:ext cx="0" cy="0"/>
          <a:chOff x="0" y="0"/>
          <a:chExt cx="0" cy="0"/>
        </a:xfrm>
      </p:grpSpPr>
      <p:sp>
        <p:nvSpPr>
          <p:cNvPr id="89" name="Google Shape;89;p23"/>
          <p:cNvSpPr txBox="1"/>
          <p:nvPr>
            <p:ph type="title"/>
          </p:nvPr>
        </p:nvSpPr>
        <p:spPr>
          <a:xfrm>
            <a:off x="609600" y="228600"/>
            <a:ext cx="8153400" cy="990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0" name="Google Shape;90;p23"/>
          <p:cNvSpPr txBox="1"/>
          <p:nvPr>
            <p:ph idx="1" type="body"/>
          </p:nvPr>
        </p:nvSpPr>
        <p:spPr>
          <a:xfrm rot="5400000">
            <a:off x="2426208" y="-213360"/>
            <a:ext cx="4526280" cy="8153400"/>
          </a:xfrm>
          <a:prstGeom prst="rect">
            <a:avLst/>
          </a:prstGeom>
          <a:noFill/>
          <a:ln>
            <a:noFill/>
          </a:ln>
        </p:spPr>
        <p:txBody>
          <a:bodyPr anchorCtr="0" anchor="t" bIns="45700" lIns="91425" spcFirstLastPara="1" rIns="91425" wrap="square" tIns="45700">
            <a:normAutofit/>
          </a:bodyPr>
          <a:lstStyle>
            <a:lvl1pPr indent="-297180" lvl="0" marL="457200" algn="l">
              <a:spcBef>
                <a:spcPts val="700"/>
              </a:spcBef>
              <a:spcAft>
                <a:spcPts val="0"/>
              </a:spcAft>
              <a:buSzPts val="1080"/>
              <a:buChar char="◻"/>
              <a:defRPr/>
            </a:lvl1pPr>
            <a:lvl2pPr indent="-308610" lvl="1" marL="914400" algn="l">
              <a:spcBef>
                <a:spcPts val="550"/>
              </a:spcBef>
              <a:spcAft>
                <a:spcPts val="0"/>
              </a:spcAft>
              <a:buSzPts val="1260"/>
              <a:buChar char="🞑"/>
              <a:defRPr/>
            </a:lvl2pPr>
            <a:lvl3pPr indent="-314325" lvl="2" marL="1371600" algn="l">
              <a:spcBef>
                <a:spcPts val="500"/>
              </a:spcBef>
              <a:spcAft>
                <a:spcPts val="0"/>
              </a:spcAft>
              <a:buSzPts val="1350"/>
              <a:buChar char="■"/>
              <a:defRPr/>
            </a:lvl3pPr>
            <a:lvl4pPr indent="-314325" lvl="3" marL="1828800" algn="l">
              <a:spcBef>
                <a:spcPts val="400"/>
              </a:spcBef>
              <a:spcAft>
                <a:spcPts val="0"/>
              </a:spcAft>
              <a:buSzPts val="1350"/>
              <a:buChar char="■"/>
              <a:defRPr/>
            </a:lvl4pPr>
            <a:lvl5pPr indent="-302895" lvl="4" marL="2286000" algn="l">
              <a:spcBef>
                <a:spcPts val="400"/>
              </a:spcBef>
              <a:spcAft>
                <a:spcPts val="0"/>
              </a:spcAft>
              <a:buSzPts val="1170"/>
              <a:buChar char="■"/>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91" name="Google Shape;91;p23"/>
          <p:cNvSpPr txBox="1"/>
          <p:nvPr>
            <p:ph idx="10" type="dt"/>
          </p:nvPr>
        </p:nvSpPr>
        <p:spPr>
          <a:xfrm>
            <a:off x="6096000" y="6248400"/>
            <a:ext cx="26670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23"/>
          <p:cNvSpPr txBox="1"/>
          <p:nvPr>
            <p:ph idx="11" type="ftr"/>
          </p:nvPr>
        </p:nvSpPr>
        <p:spPr>
          <a:xfrm>
            <a:off x="609600" y="6248206"/>
            <a:ext cx="5421083"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23"/>
          <p:cNvSpPr txBox="1"/>
          <p:nvPr>
            <p:ph idx="12" type="sldNum"/>
          </p:nvPr>
        </p:nvSpPr>
        <p:spPr>
          <a:xfrm>
            <a:off x="0" y="1272222"/>
            <a:ext cx="533400" cy="244476"/>
          </a:xfrm>
          <a:prstGeom prst="rect">
            <a:avLst/>
          </a:prstGeom>
          <a:noFill/>
          <a:ln>
            <a:noFill/>
          </a:ln>
        </p:spPr>
        <p:txBody>
          <a:bodyPr anchorCtr="0" anchor="ctr" bIns="45700" lIns="91425" spcFirstLastPara="1" rIns="91425" wrap="square" tIns="45700">
            <a:norm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showMasterSp="0" type="vertTitleAndTx">
  <p:cSld name="VERTICAL_TITLE_AND_VERTICAL_TEXT">
    <p:bg>
      <p:bgPr>
        <a:solidFill>
          <a:schemeClr val="lt1"/>
        </a:solidFill>
      </p:bgPr>
    </p:bg>
    <p:spTree>
      <p:nvGrpSpPr>
        <p:cNvPr id="94" name="Shape 94"/>
        <p:cNvGrpSpPr/>
        <p:nvPr/>
      </p:nvGrpSpPr>
      <p:grpSpPr>
        <a:xfrm>
          <a:off x="0" y="0"/>
          <a:ext cx="0" cy="0"/>
          <a:chOff x="0" y="0"/>
          <a:chExt cx="0" cy="0"/>
        </a:xfrm>
      </p:grpSpPr>
      <p:sp>
        <p:nvSpPr>
          <p:cNvPr id="95" name="Google Shape;95;p24"/>
          <p:cNvSpPr txBox="1"/>
          <p:nvPr>
            <p:ph type="title"/>
          </p:nvPr>
        </p:nvSpPr>
        <p:spPr>
          <a:xfrm rot="5400000">
            <a:off x="4823619" y="2339182"/>
            <a:ext cx="5516563" cy="20574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6" name="Google Shape;96;p24"/>
          <p:cNvSpPr txBox="1"/>
          <p:nvPr>
            <p:ph idx="1" type="body"/>
          </p:nvPr>
        </p:nvSpPr>
        <p:spPr>
          <a:xfrm rot="5400000">
            <a:off x="480218" y="586582"/>
            <a:ext cx="5516564" cy="5562600"/>
          </a:xfrm>
          <a:prstGeom prst="rect">
            <a:avLst/>
          </a:prstGeom>
          <a:noFill/>
          <a:ln>
            <a:noFill/>
          </a:ln>
        </p:spPr>
        <p:txBody>
          <a:bodyPr anchorCtr="0" anchor="t" bIns="45700" lIns="91425" spcFirstLastPara="1" rIns="91425" wrap="square" tIns="45700">
            <a:normAutofit/>
          </a:bodyPr>
          <a:lstStyle>
            <a:lvl1pPr indent="-297180" lvl="0" marL="457200" algn="l">
              <a:spcBef>
                <a:spcPts val="700"/>
              </a:spcBef>
              <a:spcAft>
                <a:spcPts val="0"/>
              </a:spcAft>
              <a:buSzPts val="1080"/>
              <a:buChar char="◻"/>
              <a:defRPr/>
            </a:lvl1pPr>
            <a:lvl2pPr indent="-308610" lvl="1" marL="914400" algn="l">
              <a:spcBef>
                <a:spcPts val="550"/>
              </a:spcBef>
              <a:spcAft>
                <a:spcPts val="0"/>
              </a:spcAft>
              <a:buSzPts val="1260"/>
              <a:buChar char="🞑"/>
              <a:defRPr/>
            </a:lvl2pPr>
            <a:lvl3pPr indent="-314325" lvl="2" marL="1371600" algn="l">
              <a:spcBef>
                <a:spcPts val="500"/>
              </a:spcBef>
              <a:spcAft>
                <a:spcPts val="0"/>
              </a:spcAft>
              <a:buSzPts val="1350"/>
              <a:buChar char="■"/>
              <a:defRPr/>
            </a:lvl3pPr>
            <a:lvl4pPr indent="-314325" lvl="3" marL="1828800" algn="l">
              <a:spcBef>
                <a:spcPts val="400"/>
              </a:spcBef>
              <a:spcAft>
                <a:spcPts val="0"/>
              </a:spcAft>
              <a:buSzPts val="1350"/>
              <a:buChar char="■"/>
              <a:defRPr/>
            </a:lvl4pPr>
            <a:lvl5pPr indent="-302895" lvl="4" marL="2286000" algn="l">
              <a:spcBef>
                <a:spcPts val="400"/>
              </a:spcBef>
              <a:spcAft>
                <a:spcPts val="0"/>
              </a:spcAft>
              <a:buSzPts val="1170"/>
              <a:buChar char="■"/>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97" name="Google Shape;97;p24"/>
          <p:cNvSpPr txBox="1"/>
          <p:nvPr>
            <p:ph idx="10" type="dt"/>
          </p:nvPr>
        </p:nvSpPr>
        <p:spPr>
          <a:xfrm>
            <a:off x="6553200" y="6248402"/>
            <a:ext cx="2209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24"/>
          <p:cNvSpPr txBox="1"/>
          <p:nvPr>
            <p:ph idx="11" type="ftr"/>
          </p:nvPr>
        </p:nvSpPr>
        <p:spPr>
          <a:xfrm>
            <a:off x="457201" y="6248207"/>
            <a:ext cx="5573483"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24"/>
          <p:cNvSpPr/>
          <p:nvPr/>
        </p:nvSpPr>
        <p:spPr>
          <a:xfrm>
            <a:off x="6096318" y="0"/>
            <a:ext cx="320040"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wentieth Century"/>
              <a:ea typeface="Twentieth Century"/>
              <a:cs typeface="Twentieth Century"/>
              <a:sym typeface="Twentieth Century"/>
            </a:endParaRPr>
          </a:p>
        </p:txBody>
      </p:sp>
      <p:sp>
        <p:nvSpPr>
          <p:cNvPr id="100" name="Google Shape;100;p24"/>
          <p:cNvSpPr/>
          <p:nvPr/>
        </p:nvSpPr>
        <p:spPr>
          <a:xfrm>
            <a:off x="6142038" y="609600"/>
            <a:ext cx="228600" cy="62484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wentieth Century"/>
              <a:ea typeface="Twentieth Century"/>
              <a:cs typeface="Twentieth Century"/>
              <a:sym typeface="Twentieth Century"/>
            </a:endParaRPr>
          </a:p>
        </p:txBody>
      </p:sp>
      <p:sp>
        <p:nvSpPr>
          <p:cNvPr id="101" name="Google Shape;101;p24"/>
          <p:cNvSpPr/>
          <p:nvPr/>
        </p:nvSpPr>
        <p:spPr>
          <a:xfrm>
            <a:off x="6142038" y="0"/>
            <a:ext cx="228600" cy="5334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wentieth Century"/>
              <a:ea typeface="Twentieth Century"/>
              <a:cs typeface="Twentieth Century"/>
              <a:sym typeface="Twentieth Century"/>
            </a:endParaRPr>
          </a:p>
        </p:txBody>
      </p:sp>
      <p:sp>
        <p:nvSpPr>
          <p:cNvPr id="102" name="Google Shape;102;p24"/>
          <p:cNvSpPr txBox="1"/>
          <p:nvPr>
            <p:ph idx="12" type="sldNum"/>
          </p:nvPr>
        </p:nvSpPr>
        <p:spPr>
          <a:xfrm rot="5400000">
            <a:off x="5989638" y="144462"/>
            <a:ext cx="533400" cy="244476"/>
          </a:xfrm>
          <a:prstGeom prst="rect">
            <a:avLst/>
          </a:prstGeom>
          <a:noFill/>
          <a:ln>
            <a:noFill/>
          </a:ln>
        </p:spPr>
        <p:txBody>
          <a:bodyPr anchorCtr="0" anchor="ctr" bIns="45700" lIns="91425" spcFirstLastPara="1" rIns="91425" wrap="square" tIns="45700">
            <a:norm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3"/>
          <p:cNvSpPr txBox="1"/>
          <p:nvPr>
            <p:ph type="title"/>
          </p:nvPr>
        </p:nvSpPr>
        <p:spPr>
          <a:xfrm>
            <a:off x="609600" y="228600"/>
            <a:ext cx="8153400" cy="990600"/>
          </a:xfrm>
          <a:prstGeom prst="rect">
            <a:avLst/>
          </a:prstGeom>
          <a:noFill/>
          <a:ln>
            <a:noFill/>
          </a:ln>
        </p:spPr>
        <p:txBody>
          <a:bodyPr anchorCtr="0" anchor="ctr" bIns="45700" lIns="91425" spcFirstLastPara="1" rIns="91425" wrap="square" tIns="45700">
            <a:normAutofit/>
          </a:bodyPr>
          <a:lstStyle>
            <a:lvl1pPr lvl="0" marR="0" rtl="0" algn="l">
              <a:spcBef>
                <a:spcPts val="0"/>
              </a:spcBef>
              <a:spcAft>
                <a:spcPts val="0"/>
              </a:spcAft>
              <a:buClr>
                <a:schemeClr val="dk2"/>
              </a:buClr>
              <a:buSzPts val="4400"/>
              <a:buFont typeface="Twentieth Century"/>
              <a:buNone/>
              <a:defRPr b="0" i="0" sz="4400" u="none" cap="none" strike="noStrike">
                <a:solidFill>
                  <a:schemeClr val="dk2"/>
                </a:solidFill>
                <a:latin typeface="Twentieth Century"/>
                <a:ea typeface="Twentieth Century"/>
                <a:cs typeface="Twentieth Century"/>
                <a:sym typeface="Twentieth Centur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3"/>
          <p:cNvSpPr txBox="1"/>
          <p:nvPr>
            <p:ph idx="1" type="body"/>
          </p:nvPr>
        </p:nvSpPr>
        <p:spPr>
          <a:xfrm>
            <a:off x="612648" y="1600200"/>
            <a:ext cx="8153400" cy="4526280"/>
          </a:xfrm>
          <a:prstGeom prst="rect">
            <a:avLst/>
          </a:prstGeom>
          <a:noFill/>
          <a:ln>
            <a:noFill/>
          </a:ln>
        </p:spPr>
        <p:txBody>
          <a:bodyPr anchorCtr="0" anchor="t" bIns="45700" lIns="91425" spcFirstLastPara="1" rIns="91425" wrap="square" tIns="45700">
            <a:normAutofit/>
          </a:bodyPr>
          <a:lstStyle>
            <a:lvl1pPr indent="-339090" lvl="0" marL="457200" marR="0" rtl="0" algn="l">
              <a:spcBef>
                <a:spcPts val="700"/>
              </a:spcBef>
              <a:spcAft>
                <a:spcPts val="0"/>
              </a:spcAft>
              <a:buClr>
                <a:schemeClr val="accent2"/>
              </a:buClr>
              <a:buSzPts val="1740"/>
              <a:buFont typeface="Noto Sans Symbols"/>
              <a:buChar char="◻"/>
              <a:defRPr b="0" i="0" sz="2900" u="none" cap="none" strike="noStrike">
                <a:solidFill>
                  <a:schemeClr val="dk1"/>
                </a:solidFill>
                <a:latin typeface="Twentieth Century"/>
                <a:ea typeface="Twentieth Century"/>
                <a:cs typeface="Twentieth Century"/>
                <a:sym typeface="Twentieth Century"/>
              </a:defRPr>
            </a:lvl1pPr>
            <a:lvl2pPr indent="-344169" lvl="1" marL="914400" marR="0" rtl="0" algn="l">
              <a:spcBef>
                <a:spcPts val="550"/>
              </a:spcBef>
              <a:spcAft>
                <a:spcPts val="0"/>
              </a:spcAft>
              <a:buClr>
                <a:schemeClr val="accent1"/>
              </a:buClr>
              <a:buSzPts val="1820"/>
              <a:buFont typeface="Noto Sans Symbols"/>
              <a:buChar char="🞑"/>
              <a:defRPr b="0" i="0" sz="2600" u="none" cap="none" strike="noStrike">
                <a:solidFill>
                  <a:schemeClr val="dk1"/>
                </a:solidFill>
                <a:latin typeface="Twentieth Century"/>
                <a:ea typeface="Twentieth Century"/>
                <a:cs typeface="Twentieth Century"/>
                <a:sym typeface="Twentieth Century"/>
              </a:defRPr>
            </a:lvl2pPr>
            <a:lvl3pPr indent="-338137" lvl="2" marL="1371600" marR="0" rtl="0" algn="l">
              <a:spcBef>
                <a:spcPts val="500"/>
              </a:spcBef>
              <a:spcAft>
                <a:spcPts val="0"/>
              </a:spcAft>
              <a:buClr>
                <a:schemeClr val="accent2"/>
              </a:buClr>
              <a:buSzPts val="1725"/>
              <a:buFont typeface="Noto Sans Symbols"/>
              <a:buChar char="■"/>
              <a:defRPr b="0" i="0" sz="2300" u="none" cap="none" strike="noStrike">
                <a:solidFill>
                  <a:schemeClr val="dk1"/>
                </a:solidFill>
                <a:latin typeface="Twentieth Century"/>
                <a:ea typeface="Twentieth Century"/>
                <a:cs typeface="Twentieth Century"/>
                <a:sym typeface="Twentieth Century"/>
              </a:defRPr>
            </a:lvl3pPr>
            <a:lvl4pPr indent="-323850" lvl="3" marL="1828800" marR="0" rtl="0" algn="l">
              <a:spcBef>
                <a:spcPts val="400"/>
              </a:spcBef>
              <a:spcAft>
                <a:spcPts val="0"/>
              </a:spcAft>
              <a:buClr>
                <a:schemeClr val="accent3"/>
              </a:buClr>
              <a:buSzPts val="1500"/>
              <a:buFont typeface="Noto Sans Symbols"/>
              <a:buChar char="■"/>
              <a:defRPr b="0" i="0" sz="2000" u="none" cap="none" strike="noStrike">
                <a:solidFill>
                  <a:schemeClr val="dk1"/>
                </a:solidFill>
                <a:latin typeface="Twentieth Century"/>
                <a:ea typeface="Twentieth Century"/>
                <a:cs typeface="Twentieth Century"/>
                <a:sym typeface="Twentieth Century"/>
              </a:defRPr>
            </a:lvl4pPr>
            <a:lvl5pPr indent="-311150" lvl="4" marL="2286000" marR="0" rtl="0" algn="l">
              <a:spcBef>
                <a:spcPts val="400"/>
              </a:spcBef>
              <a:spcAft>
                <a:spcPts val="0"/>
              </a:spcAft>
              <a:buClr>
                <a:schemeClr val="accent4"/>
              </a:buClr>
              <a:buSzPts val="1300"/>
              <a:buFont typeface="Noto Sans Symbols"/>
              <a:buChar char="■"/>
              <a:defRPr b="0" i="0" sz="2000" u="none" cap="none" strike="noStrike">
                <a:solidFill>
                  <a:schemeClr val="dk1"/>
                </a:solidFill>
                <a:latin typeface="Twentieth Century"/>
                <a:ea typeface="Twentieth Century"/>
                <a:cs typeface="Twentieth Century"/>
                <a:sym typeface="Twentieth Century"/>
              </a:defRPr>
            </a:lvl5pPr>
            <a:lvl6pPr indent="-342900" lvl="5" marL="2743200" marR="0" rtl="0" algn="l">
              <a:spcBef>
                <a:spcPts val="360"/>
              </a:spcBef>
              <a:spcAft>
                <a:spcPts val="0"/>
              </a:spcAft>
              <a:buClr>
                <a:schemeClr val="accent1"/>
              </a:buClr>
              <a:buSzPts val="1800"/>
              <a:buFont typeface="Noto Sans Symbols"/>
              <a:buChar char="▪"/>
              <a:defRPr b="0" i="0" sz="1800" u="none" cap="none" strike="noStrike">
                <a:solidFill>
                  <a:schemeClr val="dk1"/>
                </a:solidFill>
                <a:latin typeface="Twentieth Century"/>
                <a:ea typeface="Twentieth Century"/>
                <a:cs typeface="Twentieth Century"/>
                <a:sym typeface="Twentieth Century"/>
              </a:defRPr>
            </a:lvl6pPr>
            <a:lvl7pPr indent="-342900" lvl="6" marL="3200400" marR="0" rtl="0" algn="l">
              <a:spcBef>
                <a:spcPts val="360"/>
              </a:spcBef>
              <a:spcAft>
                <a:spcPts val="0"/>
              </a:spcAft>
              <a:buClr>
                <a:schemeClr val="accent2"/>
              </a:buClr>
              <a:buSzPts val="1800"/>
              <a:buFont typeface="Noto Sans Symbols"/>
              <a:buChar char="▪"/>
              <a:defRPr b="0" i="0" sz="1800" u="none" cap="none" strike="noStrike">
                <a:solidFill>
                  <a:schemeClr val="dk1"/>
                </a:solidFill>
                <a:latin typeface="Twentieth Century"/>
                <a:ea typeface="Twentieth Century"/>
                <a:cs typeface="Twentieth Century"/>
                <a:sym typeface="Twentieth Century"/>
              </a:defRPr>
            </a:lvl7pPr>
            <a:lvl8pPr indent="-342900" lvl="7" marL="3657600" marR="0" rtl="0" algn="l">
              <a:spcBef>
                <a:spcPts val="360"/>
              </a:spcBef>
              <a:spcAft>
                <a:spcPts val="0"/>
              </a:spcAft>
              <a:buClr>
                <a:schemeClr val="accent3"/>
              </a:buClr>
              <a:buSzPts val="1800"/>
              <a:buFont typeface="Noto Sans Symbols"/>
              <a:buChar char="▪"/>
              <a:defRPr b="0" i="0" sz="1800" u="none" cap="none" strike="noStrike">
                <a:solidFill>
                  <a:schemeClr val="dk1"/>
                </a:solidFill>
                <a:latin typeface="Twentieth Century"/>
                <a:ea typeface="Twentieth Century"/>
                <a:cs typeface="Twentieth Century"/>
                <a:sym typeface="Twentieth Century"/>
              </a:defRPr>
            </a:lvl8pPr>
            <a:lvl9pPr indent="-342900" lvl="8" marL="4114800" marR="0" rtl="0" algn="l">
              <a:spcBef>
                <a:spcPts val="360"/>
              </a:spcBef>
              <a:spcAft>
                <a:spcPts val="0"/>
              </a:spcAft>
              <a:buClr>
                <a:schemeClr val="accent4"/>
              </a:buClr>
              <a:buSzPts val="1800"/>
              <a:buFont typeface="Noto Sans Symbols"/>
              <a:buChar char="▪"/>
              <a:defRPr b="0" i="0" sz="1800" u="none" cap="none" strike="noStrike">
                <a:solidFill>
                  <a:schemeClr val="dk1"/>
                </a:solidFill>
                <a:latin typeface="Twentieth Century"/>
                <a:ea typeface="Twentieth Century"/>
                <a:cs typeface="Twentieth Century"/>
                <a:sym typeface="Twentieth Century"/>
              </a:defRPr>
            </a:lvl9pPr>
          </a:lstStyle>
          <a:p/>
        </p:txBody>
      </p:sp>
      <p:sp>
        <p:nvSpPr>
          <p:cNvPr id="12" name="Google Shape;12;p13"/>
          <p:cNvSpPr txBox="1"/>
          <p:nvPr>
            <p:ph idx="10" type="dt"/>
          </p:nvPr>
        </p:nvSpPr>
        <p:spPr>
          <a:xfrm>
            <a:off x="6096000" y="6248400"/>
            <a:ext cx="26670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400" u="none" cap="none" strike="noStrike">
                <a:solidFill>
                  <a:schemeClr val="dk2"/>
                </a:solidFill>
                <a:latin typeface="Twentieth Century"/>
                <a:ea typeface="Twentieth Century"/>
                <a:cs typeface="Twentieth Century"/>
                <a:sym typeface="Twentieth Century"/>
              </a:defRPr>
            </a:lvl1pPr>
            <a:lvl2pPr lvl="1"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2pPr>
            <a:lvl3pPr lvl="2"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3pPr>
            <a:lvl4pPr lvl="3"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4pPr>
            <a:lvl5pPr lvl="4"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5pPr>
            <a:lvl6pPr lvl="5"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6pPr>
            <a:lvl7pPr lvl="6"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7pPr>
            <a:lvl8pPr lvl="7"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8pPr>
            <a:lvl9pPr lvl="8"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9pPr>
          </a:lstStyle>
          <a:p/>
        </p:txBody>
      </p:sp>
      <p:sp>
        <p:nvSpPr>
          <p:cNvPr id="13" name="Google Shape;13;p13"/>
          <p:cNvSpPr txBox="1"/>
          <p:nvPr>
            <p:ph idx="11" type="ftr"/>
          </p:nvPr>
        </p:nvSpPr>
        <p:spPr>
          <a:xfrm>
            <a:off x="609600" y="6248206"/>
            <a:ext cx="5421083" cy="365125"/>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400" u="none" cap="none" strike="noStrike">
                <a:solidFill>
                  <a:schemeClr val="dk2"/>
                </a:solidFill>
                <a:latin typeface="Twentieth Century"/>
                <a:ea typeface="Twentieth Century"/>
                <a:cs typeface="Twentieth Century"/>
                <a:sym typeface="Twentieth Century"/>
              </a:defRPr>
            </a:lvl1pPr>
            <a:lvl2pPr lvl="1"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2pPr>
            <a:lvl3pPr lvl="2"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3pPr>
            <a:lvl4pPr lvl="3"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4pPr>
            <a:lvl5pPr lvl="4"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5pPr>
            <a:lvl6pPr lvl="5"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6pPr>
            <a:lvl7pPr lvl="6"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7pPr>
            <a:lvl8pPr lvl="7"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8pPr>
            <a:lvl9pPr lvl="8"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9pPr>
          </a:lstStyle>
          <a:p/>
        </p:txBody>
      </p:sp>
      <p:sp>
        <p:nvSpPr>
          <p:cNvPr id="14" name="Google Shape;14;p13"/>
          <p:cNvSpPr/>
          <p:nvPr/>
        </p:nvSpPr>
        <p:spPr>
          <a:xfrm>
            <a:off x="0" y="1234440"/>
            <a:ext cx="9144000" cy="32004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wentieth Century"/>
              <a:ea typeface="Twentieth Century"/>
              <a:cs typeface="Twentieth Century"/>
              <a:sym typeface="Twentieth Century"/>
            </a:endParaRPr>
          </a:p>
        </p:txBody>
      </p:sp>
      <p:sp>
        <p:nvSpPr>
          <p:cNvPr id="15" name="Google Shape;15;p13"/>
          <p:cNvSpPr/>
          <p:nvPr/>
        </p:nvSpPr>
        <p:spPr>
          <a:xfrm>
            <a:off x="0" y="1280160"/>
            <a:ext cx="533400" cy="2286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wentieth Century"/>
              <a:ea typeface="Twentieth Century"/>
              <a:cs typeface="Twentieth Century"/>
              <a:sym typeface="Twentieth Century"/>
            </a:endParaRPr>
          </a:p>
        </p:txBody>
      </p:sp>
      <p:sp>
        <p:nvSpPr>
          <p:cNvPr id="16" name="Google Shape;16;p13"/>
          <p:cNvSpPr/>
          <p:nvPr/>
        </p:nvSpPr>
        <p:spPr>
          <a:xfrm>
            <a:off x="590550" y="1280160"/>
            <a:ext cx="8553450" cy="2286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wentieth Century"/>
              <a:ea typeface="Twentieth Century"/>
              <a:cs typeface="Twentieth Century"/>
              <a:sym typeface="Twentieth Century"/>
            </a:endParaRPr>
          </a:p>
        </p:txBody>
      </p:sp>
      <p:sp>
        <p:nvSpPr>
          <p:cNvPr id="17" name="Google Shape;17;p13"/>
          <p:cNvSpPr txBox="1"/>
          <p:nvPr>
            <p:ph idx="12" type="sldNum"/>
          </p:nvPr>
        </p:nvSpPr>
        <p:spPr>
          <a:xfrm>
            <a:off x="0" y="1272222"/>
            <a:ext cx="533400" cy="244476"/>
          </a:xfrm>
          <a:prstGeom prst="rect">
            <a:avLst/>
          </a:prstGeom>
          <a:noFill/>
          <a:ln>
            <a:noFill/>
          </a:ln>
        </p:spPr>
        <p:txBody>
          <a:bodyPr anchorCtr="0" anchor="ctr" bIns="45700" lIns="91425" spcFirstLastPara="1" rIns="91425" wrap="square" tIns="45700">
            <a:normAutofit/>
          </a:bodyPr>
          <a:lstStyle>
            <a:lvl1pPr indent="0" lvl="0" marL="0" marR="0" rtl="0" algn="ctr">
              <a:spcBef>
                <a:spcPts val="0"/>
              </a:spcBef>
              <a:buNone/>
              <a:defRPr b="1" i="0" sz="1400" u="none" cap="none" strike="noStrike">
                <a:solidFill>
                  <a:srgbClr val="FFFFFF"/>
                </a:solidFill>
                <a:latin typeface="Twentieth Century"/>
                <a:ea typeface="Twentieth Century"/>
                <a:cs typeface="Twentieth Century"/>
                <a:sym typeface="Twentieth Century"/>
              </a:defRPr>
            </a:lvl1pPr>
            <a:lvl2pPr indent="0" lvl="1" marL="0" marR="0" rtl="0" algn="ctr">
              <a:spcBef>
                <a:spcPts val="0"/>
              </a:spcBef>
              <a:buNone/>
              <a:defRPr b="1" i="0" sz="1400" u="none" cap="none" strike="noStrike">
                <a:solidFill>
                  <a:srgbClr val="FFFFFF"/>
                </a:solidFill>
                <a:latin typeface="Twentieth Century"/>
                <a:ea typeface="Twentieth Century"/>
                <a:cs typeface="Twentieth Century"/>
                <a:sym typeface="Twentieth Century"/>
              </a:defRPr>
            </a:lvl2pPr>
            <a:lvl3pPr indent="0" lvl="2" marL="0" marR="0" rtl="0" algn="ctr">
              <a:spcBef>
                <a:spcPts val="0"/>
              </a:spcBef>
              <a:buNone/>
              <a:defRPr b="1" i="0" sz="1400" u="none" cap="none" strike="noStrike">
                <a:solidFill>
                  <a:srgbClr val="FFFFFF"/>
                </a:solidFill>
                <a:latin typeface="Twentieth Century"/>
                <a:ea typeface="Twentieth Century"/>
                <a:cs typeface="Twentieth Century"/>
                <a:sym typeface="Twentieth Century"/>
              </a:defRPr>
            </a:lvl3pPr>
            <a:lvl4pPr indent="0" lvl="3" marL="0" marR="0" rtl="0" algn="ctr">
              <a:spcBef>
                <a:spcPts val="0"/>
              </a:spcBef>
              <a:buNone/>
              <a:defRPr b="1" i="0" sz="1400" u="none" cap="none" strike="noStrike">
                <a:solidFill>
                  <a:srgbClr val="FFFFFF"/>
                </a:solidFill>
                <a:latin typeface="Twentieth Century"/>
                <a:ea typeface="Twentieth Century"/>
                <a:cs typeface="Twentieth Century"/>
                <a:sym typeface="Twentieth Century"/>
              </a:defRPr>
            </a:lvl4pPr>
            <a:lvl5pPr indent="0" lvl="4" marL="0" marR="0" rtl="0" algn="ctr">
              <a:spcBef>
                <a:spcPts val="0"/>
              </a:spcBef>
              <a:buNone/>
              <a:defRPr b="1" i="0" sz="1400" u="none" cap="none" strike="noStrike">
                <a:solidFill>
                  <a:srgbClr val="FFFFFF"/>
                </a:solidFill>
                <a:latin typeface="Twentieth Century"/>
                <a:ea typeface="Twentieth Century"/>
                <a:cs typeface="Twentieth Century"/>
                <a:sym typeface="Twentieth Century"/>
              </a:defRPr>
            </a:lvl5pPr>
            <a:lvl6pPr indent="0" lvl="5" marL="0" marR="0" rtl="0" algn="ctr">
              <a:spcBef>
                <a:spcPts val="0"/>
              </a:spcBef>
              <a:buNone/>
              <a:defRPr b="1" i="0" sz="1400" u="none" cap="none" strike="noStrike">
                <a:solidFill>
                  <a:srgbClr val="FFFFFF"/>
                </a:solidFill>
                <a:latin typeface="Twentieth Century"/>
                <a:ea typeface="Twentieth Century"/>
                <a:cs typeface="Twentieth Century"/>
                <a:sym typeface="Twentieth Century"/>
              </a:defRPr>
            </a:lvl6pPr>
            <a:lvl7pPr indent="0" lvl="6" marL="0" marR="0" rtl="0" algn="ctr">
              <a:spcBef>
                <a:spcPts val="0"/>
              </a:spcBef>
              <a:buNone/>
              <a:defRPr b="1" i="0" sz="1400" u="none" cap="none" strike="noStrike">
                <a:solidFill>
                  <a:srgbClr val="FFFFFF"/>
                </a:solidFill>
                <a:latin typeface="Twentieth Century"/>
                <a:ea typeface="Twentieth Century"/>
                <a:cs typeface="Twentieth Century"/>
                <a:sym typeface="Twentieth Century"/>
              </a:defRPr>
            </a:lvl7pPr>
            <a:lvl8pPr indent="0" lvl="7" marL="0" marR="0" rtl="0" algn="ctr">
              <a:spcBef>
                <a:spcPts val="0"/>
              </a:spcBef>
              <a:buNone/>
              <a:defRPr b="1" i="0" sz="1400" u="none" cap="none" strike="noStrike">
                <a:solidFill>
                  <a:srgbClr val="FFFFFF"/>
                </a:solidFill>
                <a:latin typeface="Twentieth Century"/>
                <a:ea typeface="Twentieth Century"/>
                <a:cs typeface="Twentieth Century"/>
                <a:sym typeface="Twentieth Century"/>
              </a:defRPr>
            </a:lvl8pPr>
            <a:lvl9pPr indent="0" lvl="8" marL="0" marR="0" rtl="0" algn="ctr">
              <a:spcBef>
                <a:spcPts val="0"/>
              </a:spcBef>
              <a:buNone/>
              <a:defRPr b="1" i="0" sz="1400" u="none" cap="none" strike="noStrike">
                <a:solidFill>
                  <a:srgbClr val="FFFFFF"/>
                </a:solidFill>
                <a:latin typeface="Twentieth Century"/>
                <a:ea typeface="Twentieth Century"/>
                <a:cs typeface="Twentieth Century"/>
                <a:sym typeface="Twentieth Century"/>
              </a:defRPr>
            </a:lvl9pPr>
          </a:lstStyle>
          <a:p>
            <a:pPr indent="0" lvl="0" marL="0" rtl="0" algn="ct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jp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hyperlink" Target="https://doi.org/10.1016/j.ejor.2017.11.054"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1"/>
          <p:cNvSpPr txBox="1"/>
          <p:nvPr>
            <p:ph idx="12" type="sldNum"/>
          </p:nvPr>
        </p:nvSpPr>
        <p:spPr>
          <a:xfrm>
            <a:off x="0" y="6248400"/>
            <a:ext cx="533400" cy="381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None/>
            </a:pPr>
            <a:fld id="{00000000-1234-1234-1234-123412341234}" type="slidenum">
              <a:rPr lang="en-US"/>
              <a:t>‹#›</a:t>
            </a:fld>
            <a:endParaRPr/>
          </a:p>
        </p:txBody>
      </p:sp>
      <p:pic>
        <p:nvPicPr>
          <p:cNvPr id="108" name="Google Shape;108;p1"/>
          <p:cNvPicPr preferRelativeResize="0"/>
          <p:nvPr/>
        </p:nvPicPr>
        <p:blipFill rotWithShape="1">
          <a:blip r:embed="rId3">
            <a:alphaModFix/>
          </a:blip>
          <a:srcRect b="0" l="0" r="0" t="0"/>
          <a:stretch/>
        </p:blipFill>
        <p:spPr>
          <a:xfrm>
            <a:off x="2804436" y="2133600"/>
            <a:ext cx="6339563" cy="2320117"/>
          </a:xfrm>
          <a:prstGeom prst="rect">
            <a:avLst/>
          </a:prstGeom>
          <a:noFill/>
          <a:ln>
            <a:noFill/>
          </a:ln>
        </p:spPr>
      </p:pic>
      <p:sp>
        <p:nvSpPr>
          <p:cNvPr id="109" name="Google Shape;109;p1"/>
          <p:cNvSpPr/>
          <p:nvPr/>
        </p:nvSpPr>
        <p:spPr>
          <a:xfrm>
            <a:off x="2804436" y="1066800"/>
            <a:ext cx="6339563" cy="1066800"/>
          </a:xfrm>
          <a:prstGeom prst="rect">
            <a:avLst/>
          </a:prstGeom>
          <a:solidFill>
            <a:srgbClr val="008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3200">
                <a:solidFill>
                  <a:schemeClr val="lt1"/>
                </a:solidFill>
                <a:latin typeface="Twentieth Century"/>
                <a:ea typeface="Twentieth Century"/>
                <a:cs typeface="Twentieth Century"/>
                <a:sym typeface="Twentieth Century"/>
              </a:rPr>
              <a:t>AI Driven Stock Market Prediction With Sentiment Analysis</a:t>
            </a:r>
            <a:endParaRPr/>
          </a:p>
        </p:txBody>
      </p:sp>
      <p:sp>
        <p:nvSpPr>
          <p:cNvPr id="110" name="Google Shape;110;p1"/>
          <p:cNvSpPr txBox="1"/>
          <p:nvPr/>
        </p:nvSpPr>
        <p:spPr>
          <a:xfrm>
            <a:off x="0" y="6020076"/>
            <a:ext cx="5465618" cy="830997"/>
          </a:xfrm>
          <a:prstGeom prst="rect">
            <a:avLst/>
          </a:prstGeom>
          <a:solidFill>
            <a:srgbClr val="008000"/>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2000" u="none" cap="none" strike="noStrike">
                <a:solidFill>
                  <a:schemeClr val="lt1"/>
                </a:solidFill>
                <a:latin typeface="Twentieth Century"/>
                <a:ea typeface="Twentieth Century"/>
                <a:cs typeface="Twentieth Century"/>
                <a:sym typeface="Twentieth Century"/>
              </a:rPr>
              <a:t>Department of Computing, FEST</a:t>
            </a:r>
            <a:endParaRPr/>
          </a:p>
          <a:p>
            <a:pPr indent="0" lvl="0" marL="0" marR="0" rtl="0" algn="ctr">
              <a:spcBef>
                <a:spcPts val="0"/>
              </a:spcBef>
              <a:spcAft>
                <a:spcPts val="0"/>
              </a:spcAft>
              <a:buNone/>
            </a:pPr>
            <a:r>
              <a:rPr b="0" i="0" lang="en-US" sz="2800" u="none" cap="none" strike="noStrike">
                <a:solidFill>
                  <a:schemeClr val="lt1"/>
                </a:solidFill>
                <a:latin typeface="Twentieth Century"/>
                <a:ea typeface="Twentieth Century"/>
                <a:cs typeface="Twentieth Century"/>
                <a:sym typeface="Twentieth Century"/>
              </a:rPr>
              <a:t>Hamdard University   </a:t>
            </a:r>
            <a:endParaRPr/>
          </a:p>
        </p:txBody>
      </p:sp>
      <p:pic>
        <p:nvPicPr>
          <p:cNvPr id="111" name="Google Shape;111;p1"/>
          <p:cNvPicPr preferRelativeResize="0"/>
          <p:nvPr/>
        </p:nvPicPr>
        <p:blipFill rotWithShape="1">
          <a:blip r:embed="rId4">
            <a:alphaModFix/>
          </a:blip>
          <a:srcRect b="0" l="0" r="0" t="0"/>
          <a:stretch/>
        </p:blipFill>
        <p:spPr>
          <a:xfrm>
            <a:off x="426027" y="3124200"/>
            <a:ext cx="1572567" cy="1371600"/>
          </a:xfrm>
          <a:prstGeom prst="rect">
            <a:avLst/>
          </a:prstGeom>
          <a:noFill/>
          <a:ln>
            <a:noFill/>
          </a:ln>
        </p:spPr>
      </p:pic>
      <p:sp>
        <p:nvSpPr>
          <p:cNvPr id="112" name="Google Shape;112;p1"/>
          <p:cNvSpPr txBox="1"/>
          <p:nvPr/>
        </p:nvSpPr>
        <p:spPr>
          <a:xfrm>
            <a:off x="4572000" y="4453725"/>
            <a:ext cx="4318800" cy="15546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900">
                <a:solidFill>
                  <a:schemeClr val="dk1"/>
                </a:solidFill>
                <a:latin typeface="Twentieth Century"/>
                <a:ea typeface="Twentieth Century"/>
                <a:cs typeface="Twentieth Century"/>
                <a:sym typeface="Twentieth Century"/>
              </a:rPr>
              <a:t>Muhammad Wasif Sajjad (2672-2022)</a:t>
            </a:r>
            <a:endParaRPr sz="1900">
              <a:solidFill>
                <a:schemeClr val="dk1"/>
              </a:solidFill>
              <a:latin typeface="Twentieth Century"/>
              <a:ea typeface="Twentieth Century"/>
              <a:cs typeface="Twentieth Century"/>
              <a:sym typeface="Twentieth Century"/>
            </a:endParaRPr>
          </a:p>
          <a:p>
            <a:pPr indent="0" lvl="0" marL="0" marR="0" rtl="0" algn="ctr">
              <a:spcBef>
                <a:spcPts val="0"/>
              </a:spcBef>
              <a:spcAft>
                <a:spcPts val="0"/>
              </a:spcAft>
              <a:buNone/>
            </a:pPr>
            <a:r>
              <a:rPr lang="en-US" sz="1900">
                <a:solidFill>
                  <a:schemeClr val="dk1"/>
                </a:solidFill>
                <a:latin typeface="Twentieth Century"/>
                <a:ea typeface="Twentieth Century"/>
                <a:cs typeface="Twentieth Century"/>
                <a:sym typeface="Twentieth Century"/>
              </a:rPr>
              <a:t>Syed Muzammil Ahmed (3014-2022)</a:t>
            </a:r>
            <a:endParaRPr sz="1900">
              <a:solidFill>
                <a:schemeClr val="dk1"/>
              </a:solidFill>
              <a:latin typeface="Twentieth Century"/>
              <a:ea typeface="Twentieth Century"/>
              <a:cs typeface="Twentieth Century"/>
              <a:sym typeface="Twentieth Century"/>
            </a:endParaRPr>
          </a:p>
          <a:p>
            <a:pPr indent="0" lvl="0" marL="0" marR="0" rtl="0" algn="ctr">
              <a:spcBef>
                <a:spcPts val="0"/>
              </a:spcBef>
              <a:spcAft>
                <a:spcPts val="0"/>
              </a:spcAft>
              <a:buNone/>
            </a:pPr>
            <a:r>
              <a:rPr lang="en-US" sz="1900">
                <a:solidFill>
                  <a:schemeClr val="dk1"/>
                </a:solidFill>
                <a:latin typeface="Twentieth Century"/>
                <a:ea typeface="Twentieth Century"/>
                <a:cs typeface="Twentieth Century"/>
                <a:sym typeface="Twentieth Century"/>
              </a:rPr>
              <a:t>Ghufran-E-Azam (2536-2022)</a:t>
            </a:r>
            <a:endParaRPr sz="1900">
              <a:solidFill>
                <a:schemeClr val="dk1"/>
              </a:solidFill>
              <a:latin typeface="Twentieth Century"/>
              <a:ea typeface="Twentieth Century"/>
              <a:cs typeface="Twentieth Century"/>
              <a:sym typeface="Twentieth Century"/>
            </a:endParaRPr>
          </a:p>
          <a:p>
            <a:pPr indent="0" lvl="0" marL="0" marR="0" rtl="0" algn="ctr">
              <a:spcBef>
                <a:spcPts val="0"/>
              </a:spcBef>
              <a:spcAft>
                <a:spcPts val="0"/>
              </a:spcAft>
              <a:buNone/>
            </a:pPr>
            <a:r>
              <a:t/>
            </a:r>
            <a:endParaRPr sz="1900">
              <a:solidFill>
                <a:schemeClr val="dk1"/>
              </a:solidFill>
              <a:latin typeface="Twentieth Century"/>
              <a:ea typeface="Twentieth Century"/>
              <a:cs typeface="Twentieth Century"/>
              <a:sym typeface="Twentieth Century"/>
            </a:endParaRPr>
          </a:p>
          <a:p>
            <a:pPr indent="0" lvl="0" marL="0" marR="0" rtl="0" algn="ctr">
              <a:spcBef>
                <a:spcPts val="0"/>
              </a:spcBef>
              <a:spcAft>
                <a:spcPts val="0"/>
              </a:spcAft>
              <a:buNone/>
            </a:pPr>
            <a:r>
              <a:rPr lang="en-US" sz="1900">
                <a:solidFill>
                  <a:schemeClr val="dk1"/>
                </a:solidFill>
                <a:latin typeface="Twentieth Century"/>
                <a:ea typeface="Twentieth Century"/>
                <a:cs typeface="Twentieth Century"/>
                <a:sym typeface="Twentieth Century"/>
              </a:rPr>
              <a:t>Supervisor: Dr Taha Shabbir</a:t>
            </a:r>
            <a:endParaRPr sz="1900">
              <a:solidFill>
                <a:schemeClr val="dk1"/>
              </a:solidFill>
              <a:latin typeface="Twentieth Century"/>
              <a:ea typeface="Twentieth Century"/>
              <a:cs typeface="Twentieth Century"/>
              <a:sym typeface="Twentieth Century"/>
            </a:endParaRPr>
          </a:p>
        </p:txBody>
      </p:sp>
      <p:sp>
        <p:nvSpPr>
          <p:cNvPr id="113" name="Google Shape;113;p1"/>
          <p:cNvSpPr/>
          <p:nvPr/>
        </p:nvSpPr>
        <p:spPr>
          <a:xfrm flipH="1" rot="10800000">
            <a:off x="2209800" y="1066800"/>
            <a:ext cx="1143000" cy="1066800"/>
          </a:xfrm>
          <a:prstGeom prst="triangle">
            <a:avLst>
              <a:gd fmla="val 50000" name="adj"/>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wentieth Century"/>
              <a:ea typeface="Twentieth Century"/>
              <a:cs typeface="Twentieth Century"/>
              <a:sym typeface="Twentieth Century"/>
            </a:endParaRPr>
          </a:p>
        </p:txBody>
      </p:sp>
      <p:sp>
        <p:nvSpPr>
          <p:cNvPr id="114" name="Google Shape;114;p1"/>
          <p:cNvSpPr txBox="1"/>
          <p:nvPr/>
        </p:nvSpPr>
        <p:spPr>
          <a:xfrm>
            <a:off x="0" y="0"/>
            <a:ext cx="2424622" cy="523220"/>
          </a:xfrm>
          <a:prstGeom prst="rect">
            <a:avLst/>
          </a:prstGeom>
          <a:solidFill>
            <a:srgbClr val="F86308"/>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2800" u="none" cap="none" strike="noStrike">
                <a:solidFill>
                  <a:schemeClr val="lt1"/>
                </a:solidFill>
                <a:latin typeface="Calibri"/>
                <a:ea typeface="Calibri"/>
                <a:cs typeface="Calibri"/>
                <a:sym typeface="Calibri"/>
              </a:rPr>
              <a:t>FYP</a:t>
            </a:r>
            <a:r>
              <a:rPr b="1" lang="en-US" sz="2800">
                <a:solidFill>
                  <a:schemeClr val="lt1"/>
                </a:solidFill>
                <a:latin typeface="Calibri"/>
                <a:ea typeface="Calibri"/>
                <a:cs typeface="Calibri"/>
                <a:sym typeface="Calibri"/>
              </a:rPr>
              <a:t> - 1</a:t>
            </a:r>
            <a:endParaRPr/>
          </a:p>
        </p:txBody>
      </p:sp>
      <p:sp>
        <p:nvSpPr>
          <p:cNvPr id="115" name="Google Shape;115;p1"/>
          <p:cNvSpPr/>
          <p:nvPr/>
        </p:nvSpPr>
        <p:spPr>
          <a:xfrm flipH="1" rot="10800000">
            <a:off x="4894118" y="6020076"/>
            <a:ext cx="1143000" cy="837924"/>
          </a:xfrm>
          <a:prstGeom prst="triangle">
            <a:avLst>
              <a:gd fmla="val 50000" name="adj"/>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wentieth Century"/>
              <a:ea typeface="Twentieth Century"/>
              <a:cs typeface="Twentieth Century"/>
              <a:sym typeface="Twentieth Century"/>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
          <p:cNvSpPr txBox="1"/>
          <p:nvPr>
            <p:ph type="title"/>
          </p:nvPr>
        </p:nvSpPr>
        <p:spPr>
          <a:xfrm>
            <a:off x="612648" y="228600"/>
            <a:ext cx="7616952"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400"/>
              <a:buFont typeface="Twentieth Century"/>
              <a:buNone/>
            </a:pPr>
            <a:r>
              <a:rPr lang="en-US"/>
              <a:t>Summary </a:t>
            </a:r>
            <a:endParaRPr/>
          </a:p>
        </p:txBody>
      </p:sp>
      <p:sp>
        <p:nvSpPr>
          <p:cNvPr id="121" name="Google Shape;121;p2"/>
          <p:cNvSpPr txBox="1"/>
          <p:nvPr>
            <p:ph idx="1" type="body"/>
          </p:nvPr>
        </p:nvSpPr>
        <p:spPr>
          <a:xfrm>
            <a:off x="612648" y="1600200"/>
            <a:ext cx="8153400" cy="4495800"/>
          </a:xfrm>
          <a:prstGeom prst="rect">
            <a:avLst/>
          </a:prstGeom>
          <a:noFill/>
          <a:ln>
            <a:noFill/>
          </a:ln>
        </p:spPr>
        <p:txBody>
          <a:bodyPr anchorCtr="0" anchor="t" bIns="45700" lIns="91425" spcFirstLastPara="1" rIns="91425" wrap="square" tIns="45700">
            <a:normAutofit fontScale="92500" lnSpcReduction="20000"/>
          </a:bodyPr>
          <a:lstStyle/>
          <a:p>
            <a:pPr indent="-320059" lvl="0" marL="320040" rtl="0" algn="l">
              <a:spcBef>
                <a:spcPts val="0"/>
              </a:spcBef>
              <a:spcAft>
                <a:spcPts val="0"/>
              </a:spcAft>
              <a:buClr>
                <a:srgbClr val="008000"/>
              </a:buClr>
              <a:buSzPct val="59999"/>
              <a:buChar char="◻"/>
            </a:pPr>
            <a:r>
              <a:rPr lang="en-US">
                <a:solidFill>
                  <a:srgbClr val="FF0000"/>
                </a:solidFill>
              </a:rPr>
              <a:t>Problem Statement </a:t>
            </a:r>
            <a:endParaRPr/>
          </a:p>
          <a:p>
            <a:pPr indent="-320059" lvl="0" marL="320040" rtl="0" algn="l">
              <a:spcBef>
                <a:spcPts val="700"/>
              </a:spcBef>
              <a:spcAft>
                <a:spcPts val="0"/>
              </a:spcAft>
              <a:buClr>
                <a:srgbClr val="008000"/>
              </a:buClr>
              <a:buSzPct val="59999"/>
              <a:buChar char="◻"/>
            </a:pPr>
            <a:r>
              <a:rPr lang="en-US">
                <a:solidFill>
                  <a:srgbClr val="FF0000"/>
                </a:solidFill>
              </a:rPr>
              <a:t>Objective</a:t>
            </a:r>
            <a:endParaRPr/>
          </a:p>
          <a:p>
            <a:pPr indent="-320059" lvl="0" marL="320040" rtl="0" algn="l">
              <a:spcBef>
                <a:spcPts val="700"/>
              </a:spcBef>
              <a:spcAft>
                <a:spcPts val="0"/>
              </a:spcAft>
              <a:buClr>
                <a:srgbClr val="008000"/>
              </a:buClr>
              <a:buSzPct val="59999"/>
              <a:buChar char="◻"/>
            </a:pPr>
            <a:r>
              <a:rPr lang="en-US">
                <a:solidFill>
                  <a:srgbClr val="FF0000"/>
                </a:solidFill>
              </a:rPr>
              <a:t>FYP Scope</a:t>
            </a:r>
            <a:endParaRPr/>
          </a:p>
          <a:p>
            <a:pPr indent="-320059" lvl="0" marL="320040" rtl="0" algn="l">
              <a:spcBef>
                <a:spcPts val="700"/>
              </a:spcBef>
              <a:spcAft>
                <a:spcPts val="0"/>
              </a:spcAft>
              <a:buClr>
                <a:srgbClr val="008000"/>
              </a:buClr>
              <a:buSzPct val="59999"/>
              <a:buChar char="◻"/>
            </a:pPr>
            <a:r>
              <a:rPr lang="en-US">
                <a:solidFill>
                  <a:srgbClr val="FF0000"/>
                </a:solidFill>
              </a:rPr>
              <a:t>Our methodology</a:t>
            </a:r>
            <a:endParaRPr/>
          </a:p>
          <a:p>
            <a:pPr indent="-320059" lvl="0" marL="320040" rtl="0" algn="l">
              <a:spcBef>
                <a:spcPts val="700"/>
              </a:spcBef>
              <a:spcAft>
                <a:spcPts val="0"/>
              </a:spcAft>
              <a:buClr>
                <a:srgbClr val="008000"/>
              </a:buClr>
              <a:buSzPct val="59999"/>
              <a:buChar char="◻"/>
            </a:pPr>
            <a:r>
              <a:rPr lang="en-US">
                <a:solidFill>
                  <a:srgbClr val="FF0000"/>
                </a:solidFill>
              </a:rPr>
              <a:t>Our Project Plan (Time lines)</a:t>
            </a:r>
            <a:endParaRPr/>
          </a:p>
          <a:p>
            <a:pPr indent="-320059" lvl="0" marL="320040" rtl="0" algn="l">
              <a:spcBef>
                <a:spcPts val="700"/>
              </a:spcBef>
              <a:spcAft>
                <a:spcPts val="0"/>
              </a:spcAft>
              <a:buClr>
                <a:srgbClr val="008000"/>
              </a:buClr>
              <a:buSzPct val="59999"/>
              <a:buChar char="◻"/>
            </a:pPr>
            <a:r>
              <a:rPr lang="en-US">
                <a:solidFill>
                  <a:srgbClr val="FF0000"/>
                </a:solidFill>
              </a:rPr>
              <a:t>FYP Deliverables </a:t>
            </a:r>
            <a:endParaRPr/>
          </a:p>
          <a:p>
            <a:pPr indent="-320059" lvl="0" marL="320040" rtl="0" algn="l">
              <a:spcBef>
                <a:spcPts val="700"/>
              </a:spcBef>
              <a:spcAft>
                <a:spcPts val="0"/>
              </a:spcAft>
              <a:buClr>
                <a:srgbClr val="008000"/>
              </a:buClr>
              <a:buSzPct val="59999"/>
              <a:buChar char="◻"/>
            </a:pPr>
            <a:r>
              <a:rPr lang="en-US">
                <a:solidFill>
                  <a:srgbClr val="FF0000"/>
                </a:solidFill>
              </a:rPr>
              <a:t>Budget / Costing (if any)</a:t>
            </a:r>
            <a:endParaRPr/>
          </a:p>
          <a:p>
            <a:pPr indent="-320059" lvl="0" marL="320040" rtl="0" algn="l">
              <a:spcBef>
                <a:spcPts val="700"/>
              </a:spcBef>
              <a:spcAft>
                <a:spcPts val="0"/>
              </a:spcAft>
              <a:buClr>
                <a:srgbClr val="008000"/>
              </a:buClr>
              <a:buSzPct val="59999"/>
              <a:buChar char="◻"/>
            </a:pPr>
            <a:r>
              <a:rPr lang="en-US"/>
              <a:t>Literature Review</a:t>
            </a:r>
            <a:endParaRPr/>
          </a:p>
          <a:p>
            <a:pPr indent="-320059" lvl="0" marL="320040" rtl="0" algn="l">
              <a:spcBef>
                <a:spcPts val="700"/>
              </a:spcBef>
              <a:spcAft>
                <a:spcPts val="0"/>
              </a:spcAft>
              <a:buClr>
                <a:srgbClr val="008000"/>
              </a:buClr>
              <a:buSzPct val="59999"/>
              <a:buChar char="◻"/>
            </a:pPr>
            <a:r>
              <a:rPr lang="en-US"/>
              <a:t>30% of Work (Demo)</a:t>
            </a:r>
            <a:endParaRPr/>
          </a:p>
          <a:p>
            <a:pPr indent="-320059" lvl="0" marL="320040" rtl="0" algn="l">
              <a:spcBef>
                <a:spcPts val="700"/>
              </a:spcBef>
              <a:spcAft>
                <a:spcPts val="0"/>
              </a:spcAft>
              <a:buClr>
                <a:srgbClr val="008000"/>
              </a:buClr>
              <a:buSzPct val="59999"/>
              <a:buChar char="◻"/>
            </a:pPr>
            <a:r>
              <a:rPr lang="en-US"/>
              <a:t>References </a:t>
            </a:r>
            <a:endParaRPr/>
          </a:p>
        </p:txBody>
      </p:sp>
      <p:sp>
        <p:nvSpPr>
          <p:cNvPr id="122" name="Google Shape;122;p2"/>
          <p:cNvSpPr txBox="1"/>
          <p:nvPr>
            <p:ph idx="11" type="ftr"/>
          </p:nvPr>
        </p:nvSpPr>
        <p:spPr>
          <a:xfrm>
            <a:off x="609601" y="6400800"/>
            <a:ext cx="5410200" cy="288925"/>
          </a:xfrm>
          <a:prstGeom prst="rect">
            <a:avLst/>
          </a:prstGeom>
          <a:solidFill>
            <a:srgbClr val="F86308"/>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AI Driven Stock Market Prediction Using Sentiment Analysis</a:t>
            </a:r>
            <a:endParaRPr/>
          </a:p>
        </p:txBody>
      </p:sp>
      <p:sp>
        <p:nvSpPr>
          <p:cNvPr id="123" name="Google Shape;123;p2"/>
          <p:cNvSpPr txBox="1"/>
          <p:nvPr>
            <p:ph idx="12" type="sldNum"/>
          </p:nvPr>
        </p:nvSpPr>
        <p:spPr>
          <a:xfrm>
            <a:off x="0" y="1279524"/>
            <a:ext cx="533400" cy="244476"/>
          </a:xfrm>
          <a:prstGeom prst="rect">
            <a:avLst/>
          </a:prstGeom>
          <a:solidFill>
            <a:srgbClr val="008000"/>
          </a:solidFill>
          <a:ln>
            <a:noFill/>
          </a:ln>
        </p:spPr>
        <p:txBody>
          <a:bodyPr anchorCtr="0" anchor="ctr" bIns="45700" lIns="91425" spcFirstLastPara="1" rIns="91425" wrap="square" tIns="45700">
            <a:normAutofit fontScale="62500" lnSpcReduction="20000"/>
          </a:bodyPr>
          <a:lstStyle/>
          <a:p>
            <a:pPr indent="0" lvl="0" marL="0" rtl="0" algn="ctr">
              <a:spcBef>
                <a:spcPts val="0"/>
              </a:spcBef>
              <a:spcAft>
                <a:spcPts val="0"/>
              </a:spcAft>
              <a:buNone/>
            </a:pPr>
            <a:fld id="{00000000-1234-1234-1234-123412341234}" type="slidenum">
              <a:rPr lang="en-US"/>
              <a:t>‹#›</a:t>
            </a:fld>
            <a:endParaRPr/>
          </a:p>
        </p:txBody>
      </p:sp>
      <p:sp>
        <p:nvSpPr>
          <p:cNvPr id="124" name="Google Shape;124;p2"/>
          <p:cNvSpPr txBox="1"/>
          <p:nvPr>
            <p:ph idx="10" type="dt"/>
          </p:nvPr>
        </p:nvSpPr>
        <p:spPr>
          <a:xfrm>
            <a:off x="6248400" y="6400800"/>
            <a:ext cx="2514600" cy="304800"/>
          </a:xfrm>
          <a:prstGeom prst="rect">
            <a:avLst/>
          </a:prstGeom>
          <a:solidFill>
            <a:srgbClr val="008000"/>
          </a:solid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CS-FYP    Hamdard University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3"/>
          <p:cNvSpPr txBox="1"/>
          <p:nvPr>
            <p:ph type="title"/>
          </p:nvPr>
        </p:nvSpPr>
        <p:spPr>
          <a:xfrm>
            <a:off x="612648" y="228600"/>
            <a:ext cx="7616952"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400"/>
              <a:buFont typeface="Twentieth Century"/>
              <a:buNone/>
            </a:pPr>
            <a:r>
              <a:rPr lang="en-US"/>
              <a:t>Problem Statement </a:t>
            </a:r>
            <a:endParaRPr/>
          </a:p>
        </p:txBody>
      </p:sp>
      <p:sp>
        <p:nvSpPr>
          <p:cNvPr id="130" name="Google Shape;130;p3"/>
          <p:cNvSpPr txBox="1"/>
          <p:nvPr>
            <p:ph idx="1" type="body"/>
          </p:nvPr>
        </p:nvSpPr>
        <p:spPr>
          <a:xfrm>
            <a:off x="495300" y="2048225"/>
            <a:ext cx="8153400" cy="3248400"/>
          </a:xfrm>
          <a:prstGeom prst="rect">
            <a:avLst/>
          </a:prstGeom>
          <a:noFill/>
          <a:ln>
            <a:noFill/>
          </a:ln>
        </p:spPr>
        <p:txBody>
          <a:bodyPr anchorCtr="0" anchor="t" bIns="45700" lIns="91425" spcFirstLastPara="1" rIns="91425" wrap="square" tIns="45700">
            <a:normAutofit/>
          </a:bodyPr>
          <a:lstStyle/>
          <a:p>
            <a:pPr indent="-349250" lvl="0" marL="457200" rtl="0" algn="l">
              <a:spcBef>
                <a:spcPts val="0"/>
              </a:spcBef>
              <a:spcAft>
                <a:spcPts val="0"/>
              </a:spcAft>
              <a:buSzPts val="1900"/>
              <a:buFont typeface="Arial"/>
              <a:buChar char="◻"/>
            </a:pPr>
            <a:r>
              <a:rPr lang="en-US" sz="1900">
                <a:latin typeface="Arial"/>
                <a:ea typeface="Arial"/>
                <a:cs typeface="Arial"/>
                <a:sym typeface="Arial"/>
              </a:rPr>
              <a:t>PSX forecasting models largely ignore investor sentiment, relying mainly on historical price data and technical indicators. Despite advances in machine learning, this limits the focus and reduces the ability of models to capture real-time market behavior and psychological factors influencing stock movements. The absence of sentiment integration restricts prediction accuracy, highlighting the need for hybrid forecasting models that combine quantitative data with investor sentiment (Raza &amp; Akhtar, 2024).</a:t>
            </a:r>
            <a:endParaRPr sz="1900"/>
          </a:p>
        </p:txBody>
      </p:sp>
      <p:sp>
        <p:nvSpPr>
          <p:cNvPr id="131" name="Google Shape;131;p3"/>
          <p:cNvSpPr txBox="1"/>
          <p:nvPr>
            <p:ph idx="11" type="ftr"/>
          </p:nvPr>
        </p:nvSpPr>
        <p:spPr>
          <a:xfrm>
            <a:off x="609601" y="6400800"/>
            <a:ext cx="5410200" cy="288925"/>
          </a:xfrm>
          <a:prstGeom prst="rect">
            <a:avLst/>
          </a:prstGeom>
          <a:solidFill>
            <a:srgbClr val="F86308"/>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AI Driven Stock Market Prediction Using Sentiment Analysis</a:t>
            </a:r>
            <a:endParaRPr/>
          </a:p>
        </p:txBody>
      </p:sp>
      <p:sp>
        <p:nvSpPr>
          <p:cNvPr id="132" name="Google Shape;132;p3"/>
          <p:cNvSpPr txBox="1"/>
          <p:nvPr>
            <p:ph idx="12" type="sldNum"/>
          </p:nvPr>
        </p:nvSpPr>
        <p:spPr>
          <a:xfrm>
            <a:off x="0" y="1279524"/>
            <a:ext cx="533400" cy="244476"/>
          </a:xfrm>
          <a:prstGeom prst="rect">
            <a:avLst/>
          </a:prstGeom>
          <a:solidFill>
            <a:srgbClr val="008000"/>
          </a:solidFill>
          <a:ln>
            <a:noFill/>
          </a:ln>
        </p:spPr>
        <p:txBody>
          <a:bodyPr anchorCtr="0" anchor="ctr" bIns="45700" lIns="91425" spcFirstLastPara="1" rIns="91425" wrap="square" tIns="45700">
            <a:normAutofit fontScale="62500" lnSpcReduction="20000"/>
          </a:bodyPr>
          <a:lstStyle/>
          <a:p>
            <a:pPr indent="0" lvl="0" marL="0" rtl="0" algn="ctr">
              <a:spcBef>
                <a:spcPts val="0"/>
              </a:spcBef>
              <a:spcAft>
                <a:spcPts val="0"/>
              </a:spcAft>
              <a:buNone/>
            </a:pPr>
            <a:fld id="{00000000-1234-1234-1234-123412341234}" type="slidenum">
              <a:rPr lang="en-US"/>
              <a:t>‹#›</a:t>
            </a:fld>
            <a:endParaRPr/>
          </a:p>
        </p:txBody>
      </p:sp>
      <p:sp>
        <p:nvSpPr>
          <p:cNvPr id="133" name="Google Shape;133;p3"/>
          <p:cNvSpPr txBox="1"/>
          <p:nvPr>
            <p:ph idx="10" type="dt"/>
          </p:nvPr>
        </p:nvSpPr>
        <p:spPr>
          <a:xfrm>
            <a:off x="6248400" y="6400800"/>
            <a:ext cx="2514600" cy="304800"/>
          </a:xfrm>
          <a:prstGeom prst="rect">
            <a:avLst/>
          </a:prstGeom>
          <a:solidFill>
            <a:srgbClr val="008000"/>
          </a:solid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CS-FYP    Hamdard University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4"/>
          <p:cNvSpPr txBox="1"/>
          <p:nvPr>
            <p:ph type="title"/>
          </p:nvPr>
        </p:nvSpPr>
        <p:spPr>
          <a:xfrm>
            <a:off x="612648" y="228600"/>
            <a:ext cx="7616952"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400"/>
              <a:buFont typeface="Twentieth Century"/>
              <a:buNone/>
            </a:pPr>
            <a:r>
              <a:rPr lang="en-US"/>
              <a:t>Objective</a:t>
            </a:r>
            <a:endParaRPr/>
          </a:p>
        </p:txBody>
      </p:sp>
      <p:sp>
        <p:nvSpPr>
          <p:cNvPr id="139" name="Google Shape;139;p4"/>
          <p:cNvSpPr txBox="1"/>
          <p:nvPr>
            <p:ph idx="1" type="body"/>
          </p:nvPr>
        </p:nvSpPr>
        <p:spPr>
          <a:xfrm>
            <a:off x="612650" y="1948175"/>
            <a:ext cx="8153400" cy="4103700"/>
          </a:xfrm>
          <a:prstGeom prst="rect">
            <a:avLst/>
          </a:prstGeom>
          <a:noFill/>
          <a:ln>
            <a:noFill/>
          </a:ln>
        </p:spPr>
        <p:txBody>
          <a:bodyPr anchorCtr="0" anchor="t" bIns="45700" lIns="91425" spcFirstLastPara="1" rIns="91425" wrap="square" tIns="45700">
            <a:normAutofit fontScale="62500" lnSpcReduction="10000"/>
          </a:bodyPr>
          <a:lstStyle/>
          <a:p>
            <a:pPr indent="-297656" lvl="0" marL="457200" rtl="0" algn="l">
              <a:spcBef>
                <a:spcPts val="0"/>
              </a:spcBef>
              <a:spcAft>
                <a:spcPts val="0"/>
              </a:spcAft>
              <a:buSzPct val="59999"/>
              <a:buFont typeface="Arial"/>
              <a:buChar char="◻"/>
            </a:pPr>
            <a:r>
              <a:rPr lang="en-US">
                <a:latin typeface="Arial"/>
                <a:ea typeface="Arial"/>
                <a:cs typeface="Arial"/>
                <a:sym typeface="Arial"/>
              </a:rPr>
              <a:t>Develop a hybrid prediction model that combines financial time-series data with sentiment analysis to forecast HBL stock prices on the Pakistan Stock Exchange (PSX).</a:t>
            </a:r>
            <a:br>
              <a:rPr lang="en-US">
                <a:latin typeface="Arial"/>
                <a:ea typeface="Arial"/>
                <a:cs typeface="Arial"/>
                <a:sym typeface="Arial"/>
              </a:rPr>
            </a:br>
            <a:endParaRPr>
              <a:latin typeface="Arial"/>
              <a:ea typeface="Arial"/>
              <a:cs typeface="Arial"/>
              <a:sym typeface="Arial"/>
            </a:endParaRPr>
          </a:p>
          <a:p>
            <a:pPr indent="-297656" lvl="0" marL="457200" rtl="0" algn="l">
              <a:spcBef>
                <a:spcPts val="0"/>
              </a:spcBef>
              <a:spcAft>
                <a:spcPts val="0"/>
              </a:spcAft>
              <a:buSzPct val="59999"/>
              <a:buFont typeface="Arial"/>
              <a:buChar char="◻"/>
            </a:pPr>
            <a:r>
              <a:rPr lang="en-US">
                <a:latin typeface="Arial"/>
                <a:ea typeface="Arial"/>
                <a:cs typeface="Arial"/>
                <a:sym typeface="Arial"/>
              </a:rPr>
              <a:t>Use FinBERT and the Loughran–McDonald financial sentiment dictionary to extract accurate, finance-specific sentiment from local news sources.</a:t>
            </a:r>
            <a:br>
              <a:rPr lang="en-US">
                <a:latin typeface="Arial"/>
                <a:ea typeface="Arial"/>
                <a:cs typeface="Arial"/>
                <a:sym typeface="Arial"/>
              </a:rPr>
            </a:br>
            <a:endParaRPr>
              <a:latin typeface="Arial"/>
              <a:ea typeface="Arial"/>
              <a:cs typeface="Arial"/>
              <a:sym typeface="Arial"/>
            </a:endParaRPr>
          </a:p>
          <a:p>
            <a:pPr indent="-297656" lvl="0" marL="457200" rtl="0" algn="l">
              <a:spcBef>
                <a:spcPts val="0"/>
              </a:spcBef>
              <a:spcAft>
                <a:spcPts val="0"/>
              </a:spcAft>
              <a:buSzPct val="59999"/>
              <a:buFont typeface="Arial"/>
              <a:buChar char="◻"/>
            </a:pPr>
            <a:r>
              <a:rPr lang="en-US">
                <a:latin typeface="Arial"/>
                <a:ea typeface="Arial"/>
                <a:cs typeface="Arial"/>
                <a:sym typeface="Arial"/>
              </a:rPr>
              <a:t>Apply Bi-LSTM neural networks to effectively capture sequential patterns and trends in stock price movements.</a:t>
            </a:r>
            <a:br>
              <a:rPr lang="en-US">
                <a:latin typeface="Arial"/>
                <a:ea typeface="Arial"/>
                <a:cs typeface="Arial"/>
                <a:sym typeface="Arial"/>
              </a:rPr>
            </a:br>
            <a:endParaRPr>
              <a:latin typeface="Arial"/>
              <a:ea typeface="Arial"/>
              <a:cs typeface="Arial"/>
              <a:sym typeface="Arial"/>
            </a:endParaRPr>
          </a:p>
          <a:p>
            <a:pPr indent="-297656" lvl="0" marL="457200" rtl="0" algn="l">
              <a:spcBef>
                <a:spcPts val="0"/>
              </a:spcBef>
              <a:spcAft>
                <a:spcPts val="0"/>
              </a:spcAft>
              <a:buSzPct val="59999"/>
              <a:buFont typeface="Arial"/>
              <a:buChar char="◻"/>
            </a:pPr>
            <a:r>
              <a:rPr lang="en-US">
                <a:latin typeface="Arial"/>
                <a:ea typeface="Arial"/>
                <a:cs typeface="Arial"/>
                <a:sym typeface="Arial"/>
              </a:rPr>
              <a:t>Evaluate the model’s performance using RMSE, MAPE, and directional accuracy, targeting a prediction accuracy of 85–90%.</a:t>
            </a:r>
            <a:br>
              <a:rPr lang="en-US">
                <a:latin typeface="Arial"/>
                <a:ea typeface="Arial"/>
                <a:cs typeface="Arial"/>
                <a:sym typeface="Arial"/>
              </a:rPr>
            </a:br>
            <a:endParaRPr>
              <a:latin typeface="Arial"/>
              <a:ea typeface="Arial"/>
              <a:cs typeface="Arial"/>
              <a:sym typeface="Arial"/>
            </a:endParaRPr>
          </a:p>
          <a:p>
            <a:pPr indent="-297656" lvl="0" marL="457200" rtl="0" algn="l">
              <a:spcBef>
                <a:spcPts val="0"/>
              </a:spcBef>
              <a:spcAft>
                <a:spcPts val="0"/>
              </a:spcAft>
              <a:buSzPct val="59999"/>
              <a:buFont typeface="Arial"/>
              <a:buChar char="◻"/>
            </a:pPr>
            <a:r>
              <a:rPr lang="en-US">
                <a:latin typeface="Arial"/>
                <a:ea typeface="Arial"/>
                <a:cs typeface="Arial"/>
                <a:sym typeface="Arial"/>
              </a:rPr>
              <a:t>Design a scalable and ethically responsible framework that supports future academic research and real-world financial analysis.</a:t>
            </a:r>
            <a:endParaRPr>
              <a:latin typeface="Arial"/>
              <a:ea typeface="Arial"/>
              <a:cs typeface="Arial"/>
              <a:sym typeface="Arial"/>
            </a:endParaRPr>
          </a:p>
        </p:txBody>
      </p:sp>
      <p:sp>
        <p:nvSpPr>
          <p:cNvPr id="140" name="Google Shape;140;p4"/>
          <p:cNvSpPr txBox="1"/>
          <p:nvPr>
            <p:ph idx="11" type="ftr"/>
          </p:nvPr>
        </p:nvSpPr>
        <p:spPr>
          <a:xfrm>
            <a:off x="609601" y="6400800"/>
            <a:ext cx="5410200" cy="288925"/>
          </a:xfrm>
          <a:prstGeom prst="rect">
            <a:avLst/>
          </a:prstGeom>
          <a:solidFill>
            <a:srgbClr val="F86308"/>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AI Driven Stock Market Prediction Using Sentiment Analysis</a:t>
            </a:r>
            <a:endParaRPr/>
          </a:p>
        </p:txBody>
      </p:sp>
      <p:sp>
        <p:nvSpPr>
          <p:cNvPr id="141" name="Google Shape;141;p4"/>
          <p:cNvSpPr txBox="1"/>
          <p:nvPr>
            <p:ph idx="12" type="sldNum"/>
          </p:nvPr>
        </p:nvSpPr>
        <p:spPr>
          <a:xfrm>
            <a:off x="0" y="1279524"/>
            <a:ext cx="533400" cy="244476"/>
          </a:xfrm>
          <a:prstGeom prst="rect">
            <a:avLst/>
          </a:prstGeom>
          <a:solidFill>
            <a:srgbClr val="008000"/>
          </a:solidFill>
          <a:ln>
            <a:noFill/>
          </a:ln>
        </p:spPr>
        <p:txBody>
          <a:bodyPr anchorCtr="0" anchor="ctr" bIns="45700" lIns="91425" spcFirstLastPara="1" rIns="91425" wrap="square" tIns="45700">
            <a:normAutofit fontScale="62500" lnSpcReduction="20000"/>
          </a:bodyPr>
          <a:lstStyle/>
          <a:p>
            <a:pPr indent="0" lvl="0" marL="0" rtl="0" algn="ctr">
              <a:spcBef>
                <a:spcPts val="0"/>
              </a:spcBef>
              <a:spcAft>
                <a:spcPts val="0"/>
              </a:spcAft>
              <a:buNone/>
            </a:pPr>
            <a:fld id="{00000000-1234-1234-1234-123412341234}" type="slidenum">
              <a:rPr lang="en-US"/>
              <a:t>‹#›</a:t>
            </a:fld>
            <a:endParaRPr/>
          </a:p>
        </p:txBody>
      </p:sp>
      <p:sp>
        <p:nvSpPr>
          <p:cNvPr id="142" name="Google Shape;142;p4"/>
          <p:cNvSpPr txBox="1"/>
          <p:nvPr>
            <p:ph idx="10" type="dt"/>
          </p:nvPr>
        </p:nvSpPr>
        <p:spPr>
          <a:xfrm>
            <a:off x="6248400" y="6400800"/>
            <a:ext cx="2514600" cy="304800"/>
          </a:xfrm>
          <a:prstGeom prst="rect">
            <a:avLst/>
          </a:prstGeom>
          <a:solidFill>
            <a:srgbClr val="008000"/>
          </a:solid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CS-FYP    Hamdard University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5"/>
          <p:cNvSpPr txBox="1"/>
          <p:nvPr>
            <p:ph type="title"/>
          </p:nvPr>
        </p:nvSpPr>
        <p:spPr>
          <a:xfrm>
            <a:off x="612648" y="228600"/>
            <a:ext cx="7616952"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400"/>
              <a:buFont typeface="Twentieth Century"/>
              <a:buNone/>
            </a:pPr>
            <a:r>
              <a:rPr lang="en-US"/>
              <a:t>FYP Scope </a:t>
            </a:r>
            <a:endParaRPr/>
          </a:p>
        </p:txBody>
      </p:sp>
      <p:sp>
        <p:nvSpPr>
          <p:cNvPr id="148" name="Google Shape;148;p5"/>
          <p:cNvSpPr txBox="1"/>
          <p:nvPr>
            <p:ph idx="1" type="body"/>
          </p:nvPr>
        </p:nvSpPr>
        <p:spPr>
          <a:xfrm>
            <a:off x="609600" y="1717800"/>
            <a:ext cx="8153400" cy="4537200"/>
          </a:xfrm>
          <a:prstGeom prst="rect">
            <a:avLst/>
          </a:prstGeom>
          <a:noFill/>
          <a:ln>
            <a:noFill/>
          </a:ln>
        </p:spPr>
        <p:txBody>
          <a:bodyPr anchorCtr="0" anchor="t" bIns="45700" lIns="91425" spcFirstLastPara="1" rIns="91425" wrap="square" tIns="45700">
            <a:noAutofit/>
          </a:bodyPr>
          <a:lstStyle/>
          <a:p>
            <a:pPr indent="-349250" lvl="0" marL="457200" rtl="0" algn="l">
              <a:lnSpc>
                <a:spcPct val="100000"/>
              </a:lnSpc>
              <a:spcBef>
                <a:spcPts val="0"/>
              </a:spcBef>
              <a:spcAft>
                <a:spcPts val="0"/>
              </a:spcAft>
              <a:buSzPts val="1900"/>
              <a:buFont typeface="Arial"/>
              <a:buChar char="◻"/>
            </a:pPr>
            <a:r>
              <a:rPr lang="en-US" sz="1900">
                <a:latin typeface="Arial"/>
                <a:ea typeface="Arial"/>
                <a:cs typeface="Arial"/>
                <a:sym typeface="Arial"/>
              </a:rPr>
              <a:t>Forecast daily HBL stock prices on the Pakistan Stock Exchange (PSX) from January 2020 to July 2025.</a:t>
            </a:r>
            <a:endParaRPr sz="1900">
              <a:latin typeface="Arial"/>
              <a:ea typeface="Arial"/>
              <a:cs typeface="Arial"/>
              <a:sym typeface="Arial"/>
            </a:endParaRPr>
          </a:p>
          <a:p>
            <a:pPr indent="-349250" lvl="0" marL="457200" rtl="0" algn="l">
              <a:lnSpc>
                <a:spcPct val="100000"/>
              </a:lnSpc>
              <a:spcBef>
                <a:spcPts val="0"/>
              </a:spcBef>
              <a:spcAft>
                <a:spcPts val="0"/>
              </a:spcAft>
              <a:buSzPts val="1900"/>
              <a:buFont typeface="Arial"/>
              <a:buChar char="◻"/>
            </a:pPr>
            <a:r>
              <a:rPr lang="en-US" sz="1900">
                <a:latin typeface="Arial"/>
                <a:ea typeface="Arial"/>
                <a:cs typeface="Arial"/>
                <a:sym typeface="Arial"/>
              </a:rPr>
              <a:t>Utilize OHLCV financial data from </a:t>
            </a:r>
            <a:r>
              <a:rPr i="1" lang="en-US" sz="1900">
                <a:latin typeface="Arial"/>
                <a:ea typeface="Arial"/>
                <a:cs typeface="Arial"/>
                <a:sym typeface="Arial"/>
              </a:rPr>
              <a:t>yfinance</a:t>
            </a:r>
            <a:r>
              <a:rPr lang="en-US" sz="1900">
                <a:latin typeface="Arial"/>
                <a:ea typeface="Arial"/>
                <a:cs typeface="Arial"/>
                <a:sym typeface="Arial"/>
              </a:rPr>
              <a:t> along with sentiment data extracted from local news sources such as </a:t>
            </a:r>
            <a:r>
              <a:rPr i="1" lang="en-US" sz="1900">
                <a:latin typeface="Arial"/>
                <a:ea typeface="Arial"/>
                <a:cs typeface="Arial"/>
                <a:sym typeface="Arial"/>
              </a:rPr>
              <a:t>Dawn</a:t>
            </a:r>
            <a:r>
              <a:rPr lang="en-US" sz="1900">
                <a:latin typeface="Arial"/>
                <a:ea typeface="Arial"/>
                <a:cs typeface="Arial"/>
                <a:sym typeface="Arial"/>
              </a:rPr>
              <a:t> and </a:t>
            </a:r>
            <a:r>
              <a:rPr i="1" lang="en-US" sz="1900">
                <a:latin typeface="Arial"/>
                <a:ea typeface="Arial"/>
                <a:cs typeface="Arial"/>
                <a:sym typeface="Arial"/>
              </a:rPr>
              <a:t>Business Recorder</a:t>
            </a:r>
            <a:r>
              <a:rPr lang="en-US" sz="1900">
                <a:latin typeface="Arial"/>
                <a:ea typeface="Arial"/>
                <a:cs typeface="Arial"/>
                <a:sym typeface="Arial"/>
              </a:rPr>
              <a:t>.</a:t>
            </a:r>
            <a:endParaRPr sz="1900">
              <a:latin typeface="Arial"/>
              <a:ea typeface="Arial"/>
              <a:cs typeface="Arial"/>
              <a:sym typeface="Arial"/>
            </a:endParaRPr>
          </a:p>
          <a:p>
            <a:pPr indent="-349250" lvl="0" marL="457200" rtl="0" algn="l">
              <a:lnSpc>
                <a:spcPct val="100000"/>
              </a:lnSpc>
              <a:spcBef>
                <a:spcPts val="0"/>
              </a:spcBef>
              <a:spcAft>
                <a:spcPts val="0"/>
              </a:spcAft>
              <a:buSzPts val="1900"/>
              <a:buFont typeface="Arial"/>
              <a:buChar char="◻"/>
            </a:pPr>
            <a:r>
              <a:rPr lang="en-US" sz="1900">
                <a:latin typeface="Arial"/>
                <a:ea typeface="Arial"/>
                <a:cs typeface="Arial"/>
                <a:sym typeface="Arial"/>
              </a:rPr>
              <a:t>Target a prediction accuracy of 85–90%, evaluated using RMSE, MAPE, and directional accuracy.</a:t>
            </a:r>
            <a:endParaRPr sz="1900">
              <a:latin typeface="Arial"/>
              <a:ea typeface="Arial"/>
              <a:cs typeface="Arial"/>
              <a:sym typeface="Arial"/>
            </a:endParaRPr>
          </a:p>
          <a:p>
            <a:pPr indent="-349250" lvl="0" marL="457200" rtl="0" algn="l">
              <a:lnSpc>
                <a:spcPct val="100000"/>
              </a:lnSpc>
              <a:spcBef>
                <a:spcPts val="0"/>
              </a:spcBef>
              <a:spcAft>
                <a:spcPts val="0"/>
              </a:spcAft>
              <a:buSzPts val="1900"/>
              <a:buFont typeface="Arial"/>
              <a:buChar char="◻"/>
            </a:pPr>
            <a:r>
              <a:rPr lang="en-US" sz="1900">
                <a:latin typeface="Arial"/>
                <a:ea typeface="Arial"/>
                <a:cs typeface="Arial"/>
                <a:sym typeface="Arial"/>
              </a:rPr>
              <a:t>Focus exclusively on HBL to maintain manageable complexity, while designing the framework to scale to other PSX stocks and real-time data.</a:t>
            </a:r>
            <a:endParaRPr sz="1900">
              <a:latin typeface="Arial"/>
              <a:ea typeface="Arial"/>
              <a:cs typeface="Arial"/>
              <a:sym typeface="Arial"/>
            </a:endParaRPr>
          </a:p>
          <a:p>
            <a:pPr indent="-349250" lvl="0" marL="457200" rtl="0" algn="l">
              <a:lnSpc>
                <a:spcPct val="100000"/>
              </a:lnSpc>
              <a:spcBef>
                <a:spcPts val="0"/>
              </a:spcBef>
              <a:spcAft>
                <a:spcPts val="0"/>
              </a:spcAft>
              <a:buSzPts val="1900"/>
              <a:buFont typeface="Arial"/>
              <a:buChar char="◻"/>
            </a:pPr>
            <a:r>
              <a:rPr lang="en-US" sz="1900">
                <a:latin typeface="Arial"/>
                <a:ea typeface="Arial"/>
                <a:cs typeface="Arial"/>
                <a:sym typeface="Arial"/>
              </a:rPr>
              <a:t>Ensure ethical, transparent, and responsible sentiment analysis when using financial news data.</a:t>
            </a:r>
            <a:endParaRPr sz="1900">
              <a:latin typeface="Arial"/>
              <a:ea typeface="Arial"/>
              <a:cs typeface="Arial"/>
              <a:sym typeface="Arial"/>
            </a:endParaRPr>
          </a:p>
        </p:txBody>
      </p:sp>
      <p:sp>
        <p:nvSpPr>
          <p:cNvPr id="149" name="Google Shape;149;p5"/>
          <p:cNvSpPr txBox="1"/>
          <p:nvPr>
            <p:ph idx="11" type="ftr"/>
          </p:nvPr>
        </p:nvSpPr>
        <p:spPr>
          <a:xfrm>
            <a:off x="609601" y="6400800"/>
            <a:ext cx="5410200" cy="288925"/>
          </a:xfrm>
          <a:prstGeom prst="rect">
            <a:avLst/>
          </a:prstGeom>
          <a:solidFill>
            <a:srgbClr val="F86308"/>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AI Driven Stock Market Prediction Using Sentiment Analysis</a:t>
            </a:r>
            <a:endParaRPr/>
          </a:p>
        </p:txBody>
      </p:sp>
      <p:sp>
        <p:nvSpPr>
          <p:cNvPr id="150" name="Google Shape;150;p5"/>
          <p:cNvSpPr txBox="1"/>
          <p:nvPr>
            <p:ph idx="12" type="sldNum"/>
          </p:nvPr>
        </p:nvSpPr>
        <p:spPr>
          <a:xfrm>
            <a:off x="0" y="1279524"/>
            <a:ext cx="533400" cy="244476"/>
          </a:xfrm>
          <a:prstGeom prst="rect">
            <a:avLst/>
          </a:prstGeom>
          <a:solidFill>
            <a:srgbClr val="008000"/>
          </a:solidFill>
          <a:ln>
            <a:noFill/>
          </a:ln>
        </p:spPr>
        <p:txBody>
          <a:bodyPr anchorCtr="0" anchor="ctr" bIns="45700" lIns="91425" spcFirstLastPara="1" rIns="91425" wrap="square" tIns="45700">
            <a:normAutofit fontScale="62500" lnSpcReduction="20000"/>
          </a:bodyPr>
          <a:lstStyle/>
          <a:p>
            <a:pPr indent="0" lvl="0" marL="0" rtl="0" algn="ctr">
              <a:spcBef>
                <a:spcPts val="0"/>
              </a:spcBef>
              <a:spcAft>
                <a:spcPts val="0"/>
              </a:spcAft>
              <a:buNone/>
            </a:pPr>
            <a:fld id="{00000000-1234-1234-1234-123412341234}" type="slidenum">
              <a:rPr lang="en-US"/>
              <a:t>‹#›</a:t>
            </a:fld>
            <a:endParaRPr/>
          </a:p>
        </p:txBody>
      </p:sp>
      <p:sp>
        <p:nvSpPr>
          <p:cNvPr id="151" name="Google Shape;151;p5"/>
          <p:cNvSpPr txBox="1"/>
          <p:nvPr>
            <p:ph idx="10" type="dt"/>
          </p:nvPr>
        </p:nvSpPr>
        <p:spPr>
          <a:xfrm>
            <a:off x="6248400" y="6400800"/>
            <a:ext cx="2514600" cy="304800"/>
          </a:xfrm>
          <a:prstGeom prst="rect">
            <a:avLst/>
          </a:prstGeom>
          <a:solidFill>
            <a:srgbClr val="008000"/>
          </a:solid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CS-FYP    Hamdard University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6"/>
          <p:cNvSpPr txBox="1"/>
          <p:nvPr>
            <p:ph type="title"/>
          </p:nvPr>
        </p:nvSpPr>
        <p:spPr>
          <a:xfrm>
            <a:off x="612648" y="228600"/>
            <a:ext cx="7616952"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400"/>
              <a:buFont typeface="Twentieth Century"/>
              <a:buNone/>
            </a:pPr>
            <a:r>
              <a:rPr lang="en-US"/>
              <a:t>Our Methodology </a:t>
            </a:r>
            <a:endParaRPr/>
          </a:p>
        </p:txBody>
      </p:sp>
      <p:sp>
        <p:nvSpPr>
          <p:cNvPr id="157" name="Google Shape;157;p6"/>
          <p:cNvSpPr txBox="1"/>
          <p:nvPr>
            <p:ph idx="1" type="body"/>
          </p:nvPr>
        </p:nvSpPr>
        <p:spPr>
          <a:xfrm>
            <a:off x="612648" y="1905000"/>
            <a:ext cx="8153400" cy="44958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400"/>
              </a:spcBef>
              <a:spcAft>
                <a:spcPts val="0"/>
              </a:spcAft>
              <a:buClr>
                <a:schemeClr val="dk1"/>
              </a:buClr>
              <a:buSzPts val="1100"/>
              <a:buNone/>
            </a:pPr>
            <a:r>
              <a:rPr b="1" lang="en-US" sz="1800">
                <a:latin typeface="Arial"/>
                <a:ea typeface="Arial"/>
                <a:cs typeface="Arial"/>
                <a:sym typeface="Arial"/>
              </a:rPr>
              <a:t>Development Framework</a:t>
            </a:r>
            <a:endParaRPr b="1" sz="1800">
              <a:latin typeface="Arial"/>
              <a:ea typeface="Arial"/>
              <a:cs typeface="Arial"/>
              <a:sym typeface="Arial"/>
            </a:endParaRPr>
          </a:p>
          <a:p>
            <a:pPr indent="-342900" lvl="0" marL="457200" rtl="0" algn="l">
              <a:lnSpc>
                <a:spcPct val="115000"/>
              </a:lnSpc>
              <a:spcBef>
                <a:spcPts val="1200"/>
              </a:spcBef>
              <a:spcAft>
                <a:spcPts val="0"/>
              </a:spcAft>
              <a:buClr>
                <a:schemeClr val="dk1"/>
              </a:buClr>
              <a:buSzPts val="1800"/>
              <a:buFont typeface="Arial"/>
              <a:buChar char="●"/>
            </a:pPr>
            <a:r>
              <a:rPr lang="en-US" sz="1800">
                <a:latin typeface="Arial"/>
                <a:ea typeface="Arial"/>
                <a:cs typeface="Arial"/>
                <a:sym typeface="Arial"/>
              </a:rPr>
              <a:t>Adopt an </a:t>
            </a:r>
            <a:r>
              <a:rPr b="1" lang="en-US" sz="1800">
                <a:latin typeface="Arial"/>
                <a:ea typeface="Arial"/>
                <a:cs typeface="Arial"/>
                <a:sym typeface="Arial"/>
              </a:rPr>
              <a:t>Agile development approach</a:t>
            </a:r>
            <a:r>
              <a:rPr lang="en-US" sz="1800">
                <a:latin typeface="Arial"/>
                <a:ea typeface="Arial"/>
                <a:cs typeface="Arial"/>
                <a:sym typeface="Arial"/>
              </a:rPr>
              <a:t> to support iterative development, flexibility, and continuous model improvement (Highsmith, 2009).</a:t>
            </a:r>
            <a:endParaRPr sz="1800">
              <a:latin typeface="Arial"/>
              <a:ea typeface="Arial"/>
              <a:cs typeface="Arial"/>
              <a:sym typeface="Arial"/>
            </a:endParaRPr>
          </a:p>
          <a:p>
            <a:pPr indent="0" lvl="0" marL="0" rtl="0" algn="l">
              <a:lnSpc>
                <a:spcPct val="115000"/>
              </a:lnSpc>
              <a:spcBef>
                <a:spcPts val="1400"/>
              </a:spcBef>
              <a:spcAft>
                <a:spcPts val="0"/>
              </a:spcAft>
              <a:buClr>
                <a:schemeClr val="dk1"/>
              </a:buClr>
              <a:buSzPts val="1100"/>
              <a:buNone/>
            </a:pPr>
            <a:r>
              <a:rPr b="1" lang="en-US" sz="1800">
                <a:latin typeface="Arial"/>
                <a:ea typeface="Arial"/>
                <a:cs typeface="Arial"/>
                <a:sym typeface="Arial"/>
              </a:rPr>
              <a:t>Data Collection</a:t>
            </a:r>
            <a:endParaRPr b="1" sz="1800">
              <a:latin typeface="Arial"/>
              <a:ea typeface="Arial"/>
              <a:cs typeface="Arial"/>
              <a:sym typeface="Arial"/>
            </a:endParaRPr>
          </a:p>
          <a:p>
            <a:pPr indent="-342900" lvl="0" marL="457200" rtl="0" algn="l">
              <a:lnSpc>
                <a:spcPct val="115000"/>
              </a:lnSpc>
              <a:spcBef>
                <a:spcPts val="1200"/>
              </a:spcBef>
              <a:spcAft>
                <a:spcPts val="0"/>
              </a:spcAft>
              <a:buClr>
                <a:schemeClr val="dk1"/>
              </a:buClr>
              <a:buSzPts val="1800"/>
              <a:buFont typeface="Arial"/>
              <a:buChar char="●"/>
            </a:pPr>
            <a:r>
              <a:rPr b="1" lang="en-US" sz="1800">
                <a:latin typeface="Arial"/>
                <a:ea typeface="Arial"/>
                <a:cs typeface="Arial"/>
                <a:sym typeface="Arial"/>
              </a:rPr>
              <a:t>Stock Market Data:</a:t>
            </a:r>
            <a:endParaRPr b="1" sz="1800">
              <a:latin typeface="Arial"/>
              <a:ea typeface="Arial"/>
              <a:cs typeface="Arial"/>
              <a:sym typeface="Arial"/>
            </a:endParaRPr>
          </a:p>
          <a:p>
            <a:pPr indent="-342900" lvl="1" marL="914400" rtl="0" algn="l">
              <a:lnSpc>
                <a:spcPct val="115000"/>
              </a:lnSpc>
              <a:spcBef>
                <a:spcPts val="0"/>
              </a:spcBef>
              <a:spcAft>
                <a:spcPts val="0"/>
              </a:spcAft>
              <a:buClr>
                <a:schemeClr val="dk1"/>
              </a:buClr>
              <a:buSzPts val="1800"/>
              <a:buFont typeface="Arial"/>
              <a:buChar char="○"/>
            </a:pPr>
            <a:r>
              <a:rPr lang="en-US" sz="1800">
                <a:latin typeface="Arial"/>
                <a:ea typeface="Arial"/>
                <a:cs typeface="Arial"/>
                <a:sym typeface="Arial"/>
              </a:rPr>
              <a:t>Collect historical OHLCV data for HBL using the </a:t>
            </a:r>
            <a:r>
              <a:rPr i="1" lang="en-US" sz="1800">
                <a:latin typeface="Arial"/>
                <a:ea typeface="Arial"/>
                <a:cs typeface="Arial"/>
                <a:sym typeface="Arial"/>
              </a:rPr>
              <a:t>yfinance</a:t>
            </a:r>
            <a:r>
              <a:rPr lang="en-US" sz="1800">
                <a:latin typeface="Arial"/>
                <a:ea typeface="Arial"/>
                <a:cs typeface="Arial"/>
                <a:sym typeface="Arial"/>
              </a:rPr>
              <a:t> API.</a:t>
            </a:r>
            <a:endParaRPr sz="1800">
              <a:latin typeface="Arial"/>
              <a:ea typeface="Arial"/>
              <a:cs typeface="Arial"/>
              <a:sym typeface="Arial"/>
            </a:endParaRPr>
          </a:p>
          <a:p>
            <a:pPr indent="-342900" lvl="0" marL="457200" rtl="0" algn="l">
              <a:lnSpc>
                <a:spcPct val="115000"/>
              </a:lnSpc>
              <a:spcBef>
                <a:spcPts val="0"/>
              </a:spcBef>
              <a:spcAft>
                <a:spcPts val="0"/>
              </a:spcAft>
              <a:buClr>
                <a:schemeClr val="dk1"/>
              </a:buClr>
              <a:buSzPts val="1800"/>
              <a:buFont typeface="Arial"/>
              <a:buChar char="●"/>
            </a:pPr>
            <a:r>
              <a:rPr b="1" lang="en-US" sz="1800">
                <a:latin typeface="Arial"/>
                <a:ea typeface="Arial"/>
                <a:cs typeface="Arial"/>
                <a:sym typeface="Arial"/>
              </a:rPr>
              <a:t>News Sentiment Data:</a:t>
            </a:r>
            <a:endParaRPr b="1" sz="1800">
              <a:latin typeface="Arial"/>
              <a:ea typeface="Arial"/>
              <a:cs typeface="Arial"/>
              <a:sym typeface="Arial"/>
            </a:endParaRPr>
          </a:p>
          <a:p>
            <a:pPr indent="-342900" lvl="1" marL="914400" rtl="0" algn="l">
              <a:lnSpc>
                <a:spcPct val="115000"/>
              </a:lnSpc>
              <a:spcBef>
                <a:spcPts val="0"/>
              </a:spcBef>
              <a:spcAft>
                <a:spcPts val="0"/>
              </a:spcAft>
              <a:buClr>
                <a:schemeClr val="dk1"/>
              </a:buClr>
              <a:buSzPts val="1800"/>
              <a:buFont typeface="Arial"/>
              <a:buChar char="○"/>
            </a:pPr>
            <a:r>
              <a:rPr lang="en-US" sz="1800">
                <a:latin typeface="Arial"/>
                <a:ea typeface="Arial"/>
                <a:cs typeface="Arial"/>
                <a:sym typeface="Arial"/>
              </a:rPr>
              <a:t>Gather financial news through RSS feeds and web scraping from trusted local sources such as </a:t>
            </a:r>
            <a:r>
              <a:rPr i="1" lang="en-US" sz="1800">
                <a:latin typeface="Arial"/>
                <a:ea typeface="Arial"/>
                <a:cs typeface="Arial"/>
                <a:sym typeface="Arial"/>
              </a:rPr>
              <a:t>Dawn</a:t>
            </a:r>
            <a:r>
              <a:rPr lang="en-US" sz="1800">
                <a:latin typeface="Arial"/>
                <a:ea typeface="Arial"/>
                <a:cs typeface="Arial"/>
                <a:sym typeface="Arial"/>
              </a:rPr>
              <a:t> and </a:t>
            </a:r>
            <a:r>
              <a:rPr i="1" lang="en-US" sz="1800">
                <a:latin typeface="Arial"/>
                <a:ea typeface="Arial"/>
                <a:cs typeface="Arial"/>
                <a:sym typeface="Arial"/>
              </a:rPr>
              <a:t>Business Recorder</a:t>
            </a:r>
            <a:r>
              <a:rPr lang="en-US" sz="1800">
                <a:latin typeface="Arial"/>
                <a:ea typeface="Arial"/>
                <a:cs typeface="Arial"/>
                <a:sym typeface="Arial"/>
              </a:rPr>
              <a:t>.</a:t>
            </a:r>
            <a:endParaRPr sz="1800">
              <a:latin typeface="Arial"/>
              <a:ea typeface="Arial"/>
              <a:cs typeface="Arial"/>
              <a:sym typeface="Arial"/>
            </a:endParaRPr>
          </a:p>
          <a:p>
            <a:pPr indent="-209550" lvl="0" marL="320040" rtl="0" algn="l">
              <a:spcBef>
                <a:spcPts val="1200"/>
              </a:spcBef>
              <a:spcAft>
                <a:spcPts val="0"/>
              </a:spcAft>
              <a:buClr>
                <a:srgbClr val="008000"/>
              </a:buClr>
              <a:buSzPts val="1740"/>
              <a:buNone/>
            </a:pPr>
            <a:r>
              <a:t/>
            </a:r>
            <a:endParaRPr sz="1800">
              <a:latin typeface="Arial"/>
              <a:ea typeface="Arial"/>
              <a:cs typeface="Arial"/>
              <a:sym typeface="Arial"/>
            </a:endParaRPr>
          </a:p>
        </p:txBody>
      </p:sp>
      <p:sp>
        <p:nvSpPr>
          <p:cNvPr id="158" name="Google Shape;158;p6"/>
          <p:cNvSpPr txBox="1"/>
          <p:nvPr>
            <p:ph idx="11" type="ftr"/>
          </p:nvPr>
        </p:nvSpPr>
        <p:spPr>
          <a:xfrm>
            <a:off x="609601" y="6400800"/>
            <a:ext cx="5410200" cy="288925"/>
          </a:xfrm>
          <a:prstGeom prst="rect">
            <a:avLst/>
          </a:prstGeom>
          <a:solidFill>
            <a:srgbClr val="F86308"/>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AI Driven Stock Market Prediction Using Sentiment Analysis</a:t>
            </a:r>
            <a:endParaRPr/>
          </a:p>
        </p:txBody>
      </p:sp>
      <p:sp>
        <p:nvSpPr>
          <p:cNvPr id="159" name="Google Shape;159;p6"/>
          <p:cNvSpPr txBox="1"/>
          <p:nvPr>
            <p:ph idx="12" type="sldNum"/>
          </p:nvPr>
        </p:nvSpPr>
        <p:spPr>
          <a:xfrm>
            <a:off x="0" y="1279524"/>
            <a:ext cx="533400" cy="244476"/>
          </a:xfrm>
          <a:prstGeom prst="rect">
            <a:avLst/>
          </a:prstGeom>
          <a:solidFill>
            <a:srgbClr val="008000"/>
          </a:solidFill>
          <a:ln>
            <a:noFill/>
          </a:ln>
        </p:spPr>
        <p:txBody>
          <a:bodyPr anchorCtr="0" anchor="ctr" bIns="45700" lIns="91425" spcFirstLastPara="1" rIns="91425" wrap="square" tIns="45700">
            <a:normAutofit fontScale="62500" lnSpcReduction="20000"/>
          </a:bodyPr>
          <a:lstStyle/>
          <a:p>
            <a:pPr indent="0" lvl="0" marL="0" rtl="0" algn="ctr">
              <a:spcBef>
                <a:spcPts val="0"/>
              </a:spcBef>
              <a:spcAft>
                <a:spcPts val="0"/>
              </a:spcAft>
              <a:buClr>
                <a:srgbClr val="000000"/>
              </a:buClr>
              <a:buFont typeface="Arial"/>
              <a:buNone/>
            </a:pPr>
            <a:fld id="{00000000-1234-1234-1234-123412341234}" type="slidenum">
              <a:rPr lang="en-US"/>
              <a:t>‹#›</a:t>
            </a:fld>
            <a:endParaRPr/>
          </a:p>
        </p:txBody>
      </p:sp>
      <p:sp>
        <p:nvSpPr>
          <p:cNvPr id="160" name="Google Shape;160;p6"/>
          <p:cNvSpPr txBox="1"/>
          <p:nvPr>
            <p:ph idx="10" type="dt"/>
          </p:nvPr>
        </p:nvSpPr>
        <p:spPr>
          <a:xfrm>
            <a:off x="6248400" y="6400800"/>
            <a:ext cx="2514600" cy="304800"/>
          </a:xfrm>
          <a:prstGeom prst="rect">
            <a:avLst/>
          </a:prstGeom>
          <a:solidFill>
            <a:srgbClr val="008000"/>
          </a:solid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CS-FYP    Hamdard University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g3b356a905a8_0_10"/>
          <p:cNvSpPr txBox="1"/>
          <p:nvPr>
            <p:ph type="title"/>
          </p:nvPr>
        </p:nvSpPr>
        <p:spPr>
          <a:xfrm>
            <a:off x="612648" y="228600"/>
            <a:ext cx="7617000"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400"/>
              <a:buFont typeface="Twentieth Century"/>
              <a:buNone/>
            </a:pPr>
            <a:r>
              <a:rPr lang="en-US"/>
              <a:t>Our Methodology </a:t>
            </a:r>
            <a:endParaRPr/>
          </a:p>
        </p:txBody>
      </p:sp>
      <p:sp>
        <p:nvSpPr>
          <p:cNvPr id="166" name="Google Shape;166;g3b356a905a8_0_10"/>
          <p:cNvSpPr txBox="1"/>
          <p:nvPr>
            <p:ph idx="1" type="body"/>
          </p:nvPr>
        </p:nvSpPr>
        <p:spPr>
          <a:xfrm>
            <a:off x="714123" y="1905000"/>
            <a:ext cx="8153400" cy="44958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400"/>
              </a:spcBef>
              <a:spcAft>
                <a:spcPts val="0"/>
              </a:spcAft>
              <a:buClr>
                <a:schemeClr val="dk1"/>
              </a:buClr>
              <a:buSzPts val="1100"/>
              <a:buFont typeface="Arial"/>
              <a:buNone/>
            </a:pPr>
            <a:r>
              <a:rPr b="1" lang="en-US" sz="1800">
                <a:latin typeface="Arial"/>
                <a:ea typeface="Arial"/>
                <a:cs typeface="Arial"/>
                <a:sym typeface="Arial"/>
              </a:rPr>
              <a:t>Sentiment Analysis</a:t>
            </a:r>
            <a:endParaRPr b="1" sz="1800">
              <a:latin typeface="Arial"/>
              <a:ea typeface="Arial"/>
              <a:cs typeface="Arial"/>
              <a:sym typeface="Arial"/>
            </a:endParaRPr>
          </a:p>
          <a:p>
            <a:pPr indent="-342900" lvl="0" marL="457200" rtl="0" algn="l">
              <a:lnSpc>
                <a:spcPct val="115000"/>
              </a:lnSpc>
              <a:spcBef>
                <a:spcPts val="1200"/>
              </a:spcBef>
              <a:spcAft>
                <a:spcPts val="0"/>
              </a:spcAft>
              <a:buClr>
                <a:schemeClr val="dk1"/>
              </a:buClr>
              <a:buSzPts val="1800"/>
              <a:buFont typeface="Arial"/>
              <a:buChar char="●"/>
            </a:pPr>
            <a:r>
              <a:rPr lang="en-US" sz="1800">
                <a:latin typeface="Arial"/>
                <a:ea typeface="Arial"/>
                <a:cs typeface="Arial"/>
                <a:sym typeface="Arial"/>
              </a:rPr>
              <a:t>Apply </a:t>
            </a:r>
            <a:r>
              <a:rPr b="1" lang="en-US" sz="1800">
                <a:latin typeface="Arial"/>
                <a:ea typeface="Arial"/>
                <a:cs typeface="Arial"/>
                <a:sym typeface="Arial"/>
              </a:rPr>
              <a:t>FinBERT</a:t>
            </a:r>
            <a:r>
              <a:rPr lang="en-US" sz="1800">
                <a:latin typeface="Arial"/>
                <a:ea typeface="Arial"/>
                <a:cs typeface="Arial"/>
                <a:sym typeface="Arial"/>
              </a:rPr>
              <a:t>, a finance-specific transformer model, to classify sentiment in financial news articles (Araci, 2019).</a:t>
            </a:r>
            <a:endParaRPr sz="1800">
              <a:latin typeface="Arial"/>
              <a:ea typeface="Arial"/>
              <a:cs typeface="Arial"/>
              <a:sym typeface="Arial"/>
            </a:endParaRPr>
          </a:p>
          <a:p>
            <a:pPr indent="-342900" lvl="0" marL="457200" rtl="0" algn="l">
              <a:lnSpc>
                <a:spcPct val="115000"/>
              </a:lnSpc>
              <a:spcBef>
                <a:spcPts val="0"/>
              </a:spcBef>
              <a:spcAft>
                <a:spcPts val="0"/>
              </a:spcAft>
              <a:buClr>
                <a:schemeClr val="dk1"/>
              </a:buClr>
              <a:buSzPts val="1800"/>
              <a:buFont typeface="Arial"/>
              <a:buChar char="●"/>
            </a:pPr>
            <a:r>
              <a:rPr lang="en-US" sz="1800">
                <a:latin typeface="Arial"/>
                <a:ea typeface="Arial"/>
                <a:cs typeface="Arial"/>
                <a:sym typeface="Arial"/>
              </a:rPr>
              <a:t>Enhance sentiment accuracy by complementing model outputs with the </a:t>
            </a:r>
            <a:r>
              <a:rPr b="1" lang="en-US" sz="1800">
                <a:latin typeface="Arial"/>
                <a:ea typeface="Arial"/>
                <a:cs typeface="Arial"/>
                <a:sym typeface="Arial"/>
              </a:rPr>
              <a:t>Loughran–McDonald financial sentiment dictionary</a:t>
            </a:r>
            <a:r>
              <a:rPr lang="en-US" sz="1800">
                <a:latin typeface="Arial"/>
                <a:ea typeface="Arial"/>
                <a:cs typeface="Arial"/>
                <a:sym typeface="Arial"/>
              </a:rPr>
              <a:t> (Loughran &amp; McDonald, 2011).</a:t>
            </a:r>
            <a:endParaRPr sz="1800">
              <a:latin typeface="Arial"/>
              <a:ea typeface="Arial"/>
              <a:cs typeface="Arial"/>
              <a:sym typeface="Arial"/>
            </a:endParaRPr>
          </a:p>
          <a:p>
            <a:pPr indent="0" lvl="0" marL="0" rtl="0" algn="l">
              <a:lnSpc>
                <a:spcPct val="115000"/>
              </a:lnSpc>
              <a:spcBef>
                <a:spcPts val="1400"/>
              </a:spcBef>
              <a:spcAft>
                <a:spcPts val="0"/>
              </a:spcAft>
              <a:buClr>
                <a:schemeClr val="dk1"/>
              </a:buClr>
              <a:buSzPts val="1100"/>
              <a:buFont typeface="Arial"/>
              <a:buNone/>
            </a:pPr>
            <a:r>
              <a:rPr b="1" lang="en-US" sz="1800">
                <a:latin typeface="Arial"/>
                <a:ea typeface="Arial"/>
                <a:cs typeface="Arial"/>
                <a:sym typeface="Arial"/>
              </a:rPr>
              <a:t>Modeling Approach</a:t>
            </a:r>
            <a:endParaRPr b="1" sz="1800">
              <a:latin typeface="Arial"/>
              <a:ea typeface="Arial"/>
              <a:cs typeface="Arial"/>
              <a:sym typeface="Arial"/>
            </a:endParaRPr>
          </a:p>
          <a:p>
            <a:pPr indent="-342900" lvl="0" marL="457200" rtl="0" algn="l">
              <a:lnSpc>
                <a:spcPct val="115000"/>
              </a:lnSpc>
              <a:spcBef>
                <a:spcPts val="1200"/>
              </a:spcBef>
              <a:spcAft>
                <a:spcPts val="0"/>
              </a:spcAft>
              <a:buClr>
                <a:schemeClr val="dk1"/>
              </a:buClr>
              <a:buSzPts val="1800"/>
              <a:buFont typeface="Arial"/>
              <a:buChar char="●"/>
            </a:pPr>
            <a:r>
              <a:rPr lang="en-US" sz="1800">
                <a:latin typeface="Arial"/>
                <a:ea typeface="Arial"/>
                <a:cs typeface="Arial"/>
                <a:sym typeface="Arial"/>
              </a:rPr>
              <a:t>Use </a:t>
            </a:r>
            <a:r>
              <a:rPr b="1" lang="en-US" sz="1800">
                <a:latin typeface="Arial"/>
                <a:ea typeface="Arial"/>
                <a:cs typeface="Arial"/>
                <a:sym typeface="Arial"/>
              </a:rPr>
              <a:t>LSTM neural networks with an attention mechanism</a:t>
            </a:r>
            <a:r>
              <a:rPr lang="en-US" sz="1800">
                <a:latin typeface="Arial"/>
                <a:ea typeface="Arial"/>
                <a:cs typeface="Arial"/>
                <a:sym typeface="Arial"/>
              </a:rPr>
              <a:t> to capture temporal dependencies and highlight key patterns influencing stock price movements (Hochreiter &amp; Schmidhuber, 1997; Fischer &amp; Krauss, 2018).</a:t>
            </a:r>
            <a:endParaRPr b="1" sz="1800">
              <a:latin typeface="Arial"/>
              <a:ea typeface="Arial"/>
              <a:cs typeface="Arial"/>
              <a:sym typeface="Arial"/>
            </a:endParaRPr>
          </a:p>
        </p:txBody>
      </p:sp>
      <p:sp>
        <p:nvSpPr>
          <p:cNvPr id="167" name="Google Shape;167;g3b356a905a8_0_10"/>
          <p:cNvSpPr txBox="1"/>
          <p:nvPr>
            <p:ph idx="11" type="ftr"/>
          </p:nvPr>
        </p:nvSpPr>
        <p:spPr>
          <a:xfrm>
            <a:off x="609601" y="6400800"/>
            <a:ext cx="5410200" cy="288900"/>
          </a:xfrm>
          <a:prstGeom prst="rect">
            <a:avLst/>
          </a:prstGeom>
          <a:solidFill>
            <a:srgbClr val="F86308"/>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AI Driven Stock Market Prediction Using Sentiment Analysis</a:t>
            </a:r>
            <a:endParaRPr/>
          </a:p>
        </p:txBody>
      </p:sp>
      <p:sp>
        <p:nvSpPr>
          <p:cNvPr id="168" name="Google Shape;168;g3b356a905a8_0_10"/>
          <p:cNvSpPr txBox="1"/>
          <p:nvPr>
            <p:ph idx="12" type="sldNum"/>
          </p:nvPr>
        </p:nvSpPr>
        <p:spPr>
          <a:xfrm>
            <a:off x="0" y="1279524"/>
            <a:ext cx="533400" cy="244500"/>
          </a:xfrm>
          <a:prstGeom prst="rect">
            <a:avLst/>
          </a:prstGeom>
          <a:solidFill>
            <a:srgbClr val="008000"/>
          </a:solidFill>
          <a:ln>
            <a:noFill/>
          </a:ln>
        </p:spPr>
        <p:txBody>
          <a:bodyPr anchorCtr="0" anchor="ctr" bIns="45700" lIns="91425" spcFirstLastPara="1" rIns="91425" wrap="square" tIns="45700">
            <a:normAutofit fontScale="62500" lnSpcReduction="20000"/>
          </a:bodyPr>
          <a:lstStyle/>
          <a:p>
            <a:pPr indent="0" lvl="0" marL="0" rtl="0" algn="ctr">
              <a:spcBef>
                <a:spcPts val="0"/>
              </a:spcBef>
              <a:spcAft>
                <a:spcPts val="0"/>
              </a:spcAft>
              <a:buNone/>
            </a:pPr>
            <a:fld id="{00000000-1234-1234-1234-123412341234}" type="slidenum">
              <a:rPr lang="en-US"/>
              <a:t>‹#›</a:t>
            </a:fld>
            <a:endParaRPr/>
          </a:p>
        </p:txBody>
      </p:sp>
      <p:sp>
        <p:nvSpPr>
          <p:cNvPr id="169" name="Google Shape;169;g3b356a905a8_0_10"/>
          <p:cNvSpPr txBox="1"/>
          <p:nvPr>
            <p:ph idx="10" type="dt"/>
          </p:nvPr>
        </p:nvSpPr>
        <p:spPr>
          <a:xfrm>
            <a:off x="6248400" y="6400800"/>
            <a:ext cx="2514600" cy="304800"/>
          </a:xfrm>
          <a:prstGeom prst="rect">
            <a:avLst/>
          </a:prstGeom>
          <a:solidFill>
            <a:srgbClr val="008000"/>
          </a:solid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CS-FYP    Hamdard University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g3b356a905a8_0_18"/>
          <p:cNvSpPr txBox="1"/>
          <p:nvPr>
            <p:ph type="title"/>
          </p:nvPr>
        </p:nvSpPr>
        <p:spPr>
          <a:xfrm>
            <a:off x="612648" y="228600"/>
            <a:ext cx="7617000"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400"/>
              <a:buFont typeface="Twentieth Century"/>
              <a:buNone/>
            </a:pPr>
            <a:r>
              <a:rPr lang="en-US"/>
              <a:t>Our Methodology </a:t>
            </a:r>
            <a:endParaRPr/>
          </a:p>
        </p:txBody>
      </p:sp>
      <p:sp>
        <p:nvSpPr>
          <p:cNvPr id="175" name="Google Shape;175;g3b356a905a8_0_18"/>
          <p:cNvSpPr txBox="1"/>
          <p:nvPr>
            <p:ph idx="1" type="body"/>
          </p:nvPr>
        </p:nvSpPr>
        <p:spPr>
          <a:xfrm>
            <a:off x="495298" y="1905000"/>
            <a:ext cx="8153400" cy="44958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400"/>
              </a:spcBef>
              <a:spcAft>
                <a:spcPts val="0"/>
              </a:spcAft>
              <a:buNone/>
            </a:pPr>
            <a:r>
              <a:rPr b="1" lang="en-US" sz="1800">
                <a:latin typeface="Arial"/>
                <a:ea typeface="Arial"/>
                <a:cs typeface="Arial"/>
                <a:sym typeface="Arial"/>
              </a:rPr>
              <a:t>Evaluation Metrics</a:t>
            </a:r>
            <a:endParaRPr b="1" sz="1800">
              <a:latin typeface="Arial"/>
              <a:ea typeface="Arial"/>
              <a:cs typeface="Arial"/>
              <a:sym typeface="Arial"/>
            </a:endParaRPr>
          </a:p>
          <a:p>
            <a:pPr indent="-342900" lvl="0" marL="457200" rtl="0" algn="l">
              <a:lnSpc>
                <a:spcPct val="115000"/>
              </a:lnSpc>
              <a:spcBef>
                <a:spcPts val="1200"/>
              </a:spcBef>
              <a:spcAft>
                <a:spcPts val="0"/>
              </a:spcAft>
              <a:buClr>
                <a:schemeClr val="dk1"/>
              </a:buClr>
              <a:buSzPts val="1800"/>
              <a:buFont typeface="Arial"/>
              <a:buChar char="●"/>
            </a:pPr>
            <a:r>
              <a:rPr lang="en-US" sz="1800">
                <a:latin typeface="Arial"/>
                <a:ea typeface="Arial"/>
                <a:cs typeface="Arial"/>
                <a:sym typeface="Arial"/>
              </a:rPr>
              <a:t>Evaluate model performance using:</a:t>
            </a:r>
            <a:endParaRPr sz="1800">
              <a:latin typeface="Arial"/>
              <a:ea typeface="Arial"/>
              <a:cs typeface="Arial"/>
              <a:sym typeface="Arial"/>
            </a:endParaRPr>
          </a:p>
          <a:p>
            <a:pPr indent="-342900" lvl="1" marL="914400" rtl="0" algn="l">
              <a:lnSpc>
                <a:spcPct val="115000"/>
              </a:lnSpc>
              <a:spcBef>
                <a:spcPts val="0"/>
              </a:spcBef>
              <a:spcAft>
                <a:spcPts val="0"/>
              </a:spcAft>
              <a:buClr>
                <a:schemeClr val="dk1"/>
              </a:buClr>
              <a:buSzPts val="1800"/>
              <a:buFont typeface="Arial"/>
              <a:buChar char="○"/>
            </a:pPr>
            <a:r>
              <a:rPr b="1" lang="en-US" sz="1800">
                <a:latin typeface="Arial"/>
                <a:ea typeface="Arial"/>
                <a:cs typeface="Arial"/>
                <a:sym typeface="Arial"/>
              </a:rPr>
              <a:t>RMSE</a:t>
            </a:r>
            <a:r>
              <a:rPr lang="en-US" sz="1800">
                <a:latin typeface="Arial"/>
                <a:ea typeface="Arial"/>
                <a:cs typeface="Arial"/>
                <a:sym typeface="Arial"/>
              </a:rPr>
              <a:t> (target &lt; 5%)</a:t>
            </a:r>
            <a:endParaRPr sz="1800">
              <a:latin typeface="Arial"/>
              <a:ea typeface="Arial"/>
              <a:cs typeface="Arial"/>
              <a:sym typeface="Arial"/>
            </a:endParaRPr>
          </a:p>
          <a:p>
            <a:pPr indent="-342900" lvl="1" marL="914400" rtl="0" algn="l">
              <a:lnSpc>
                <a:spcPct val="115000"/>
              </a:lnSpc>
              <a:spcBef>
                <a:spcPts val="0"/>
              </a:spcBef>
              <a:spcAft>
                <a:spcPts val="0"/>
              </a:spcAft>
              <a:buClr>
                <a:schemeClr val="dk1"/>
              </a:buClr>
              <a:buSzPts val="1800"/>
              <a:buFont typeface="Arial"/>
              <a:buChar char="○"/>
            </a:pPr>
            <a:r>
              <a:rPr b="1" lang="en-US" sz="1800">
                <a:latin typeface="Arial"/>
                <a:ea typeface="Arial"/>
                <a:cs typeface="Arial"/>
                <a:sym typeface="Arial"/>
              </a:rPr>
              <a:t>MAPE</a:t>
            </a:r>
            <a:r>
              <a:rPr lang="en-US" sz="1800">
                <a:latin typeface="Arial"/>
                <a:ea typeface="Arial"/>
                <a:cs typeface="Arial"/>
                <a:sym typeface="Arial"/>
              </a:rPr>
              <a:t> (target &lt; 10%)</a:t>
            </a:r>
            <a:endParaRPr sz="1800">
              <a:latin typeface="Arial"/>
              <a:ea typeface="Arial"/>
              <a:cs typeface="Arial"/>
              <a:sym typeface="Arial"/>
            </a:endParaRPr>
          </a:p>
          <a:p>
            <a:pPr indent="-342900" lvl="1" marL="914400" rtl="0" algn="l">
              <a:lnSpc>
                <a:spcPct val="115000"/>
              </a:lnSpc>
              <a:spcBef>
                <a:spcPts val="0"/>
              </a:spcBef>
              <a:spcAft>
                <a:spcPts val="0"/>
              </a:spcAft>
              <a:buClr>
                <a:schemeClr val="dk1"/>
              </a:buClr>
              <a:buSzPts val="1800"/>
              <a:buFont typeface="Arial"/>
              <a:buChar char="○"/>
            </a:pPr>
            <a:r>
              <a:rPr b="1" lang="en-US" sz="1800">
                <a:latin typeface="Arial"/>
                <a:ea typeface="Arial"/>
                <a:cs typeface="Arial"/>
                <a:sym typeface="Arial"/>
              </a:rPr>
              <a:t>Directional Accuracy</a:t>
            </a:r>
            <a:r>
              <a:rPr lang="en-US" sz="1800">
                <a:latin typeface="Arial"/>
                <a:ea typeface="Arial"/>
                <a:cs typeface="Arial"/>
                <a:sym typeface="Arial"/>
              </a:rPr>
              <a:t> (target 85–90%)</a:t>
            </a:r>
            <a:br>
              <a:rPr lang="en-US" sz="1800">
                <a:latin typeface="Arial"/>
                <a:ea typeface="Arial"/>
                <a:cs typeface="Arial"/>
                <a:sym typeface="Arial"/>
              </a:rPr>
            </a:br>
            <a:endParaRPr b="1" sz="1800">
              <a:latin typeface="Arial"/>
              <a:ea typeface="Arial"/>
              <a:cs typeface="Arial"/>
              <a:sym typeface="Arial"/>
            </a:endParaRPr>
          </a:p>
        </p:txBody>
      </p:sp>
      <p:sp>
        <p:nvSpPr>
          <p:cNvPr id="176" name="Google Shape;176;g3b356a905a8_0_18"/>
          <p:cNvSpPr txBox="1"/>
          <p:nvPr>
            <p:ph idx="11" type="ftr"/>
          </p:nvPr>
        </p:nvSpPr>
        <p:spPr>
          <a:xfrm>
            <a:off x="609601" y="6400800"/>
            <a:ext cx="5410200" cy="288900"/>
          </a:xfrm>
          <a:prstGeom prst="rect">
            <a:avLst/>
          </a:prstGeom>
          <a:solidFill>
            <a:srgbClr val="F86308"/>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AI Driven Stock Market Prediction Using Sentiment Analysis</a:t>
            </a:r>
            <a:endParaRPr/>
          </a:p>
        </p:txBody>
      </p:sp>
      <p:sp>
        <p:nvSpPr>
          <p:cNvPr id="177" name="Google Shape;177;g3b356a905a8_0_18"/>
          <p:cNvSpPr txBox="1"/>
          <p:nvPr>
            <p:ph idx="12" type="sldNum"/>
          </p:nvPr>
        </p:nvSpPr>
        <p:spPr>
          <a:xfrm>
            <a:off x="0" y="1279524"/>
            <a:ext cx="533400" cy="244500"/>
          </a:xfrm>
          <a:prstGeom prst="rect">
            <a:avLst/>
          </a:prstGeom>
          <a:solidFill>
            <a:srgbClr val="008000"/>
          </a:solidFill>
          <a:ln>
            <a:noFill/>
          </a:ln>
        </p:spPr>
        <p:txBody>
          <a:bodyPr anchorCtr="0" anchor="ctr" bIns="45700" lIns="91425" spcFirstLastPara="1" rIns="91425" wrap="square" tIns="45700">
            <a:normAutofit fontScale="62500" lnSpcReduction="20000"/>
          </a:bodyPr>
          <a:lstStyle/>
          <a:p>
            <a:pPr indent="0" lvl="0" marL="0" rtl="0" algn="ctr">
              <a:spcBef>
                <a:spcPts val="0"/>
              </a:spcBef>
              <a:spcAft>
                <a:spcPts val="0"/>
              </a:spcAft>
              <a:buNone/>
            </a:pPr>
            <a:fld id="{00000000-1234-1234-1234-123412341234}" type="slidenum">
              <a:rPr lang="en-US"/>
              <a:t>‹#›</a:t>
            </a:fld>
            <a:endParaRPr/>
          </a:p>
        </p:txBody>
      </p:sp>
      <p:sp>
        <p:nvSpPr>
          <p:cNvPr id="178" name="Google Shape;178;g3b356a905a8_0_18"/>
          <p:cNvSpPr txBox="1"/>
          <p:nvPr>
            <p:ph idx="10" type="dt"/>
          </p:nvPr>
        </p:nvSpPr>
        <p:spPr>
          <a:xfrm>
            <a:off x="6248400" y="6400800"/>
            <a:ext cx="2514600" cy="304800"/>
          </a:xfrm>
          <a:prstGeom prst="rect">
            <a:avLst/>
          </a:prstGeom>
          <a:solidFill>
            <a:srgbClr val="008000"/>
          </a:solid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CS-FYP    Hamdard University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7"/>
          <p:cNvSpPr txBox="1"/>
          <p:nvPr>
            <p:ph type="title"/>
          </p:nvPr>
        </p:nvSpPr>
        <p:spPr>
          <a:xfrm>
            <a:off x="612648" y="228600"/>
            <a:ext cx="7616952"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400"/>
              <a:buFont typeface="Twentieth Century"/>
              <a:buNone/>
            </a:pPr>
            <a:r>
              <a:rPr lang="en-US"/>
              <a:t>Our Project Plan  </a:t>
            </a:r>
            <a:endParaRPr/>
          </a:p>
        </p:txBody>
      </p:sp>
      <p:sp>
        <p:nvSpPr>
          <p:cNvPr id="184" name="Google Shape;184;p7"/>
          <p:cNvSpPr txBox="1"/>
          <p:nvPr>
            <p:ph idx="1" type="body"/>
          </p:nvPr>
        </p:nvSpPr>
        <p:spPr>
          <a:xfrm>
            <a:off x="612648" y="1657800"/>
            <a:ext cx="8153400" cy="48300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0"/>
              </a:spcBef>
              <a:spcAft>
                <a:spcPts val="0"/>
              </a:spcAft>
              <a:buClr>
                <a:schemeClr val="dk1"/>
              </a:buClr>
              <a:buSzPts val="1100"/>
              <a:buFont typeface="Arial"/>
              <a:buNone/>
            </a:pPr>
            <a:r>
              <a:rPr lang="en-US" sz="1800">
                <a:latin typeface="Arial"/>
                <a:ea typeface="Arial"/>
                <a:cs typeface="Arial"/>
                <a:sym typeface="Arial"/>
              </a:rPr>
              <a:t>•</a:t>
            </a:r>
            <a:r>
              <a:rPr b="1" lang="en-US" sz="1800">
                <a:latin typeface="Arial"/>
                <a:ea typeface="Arial"/>
                <a:cs typeface="Arial"/>
                <a:sym typeface="Arial"/>
              </a:rPr>
              <a:t>Project Initialization :</a:t>
            </a:r>
            <a:r>
              <a:rPr lang="en-US" sz="1800">
                <a:latin typeface="Arial"/>
                <a:ea typeface="Arial"/>
                <a:cs typeface="Arial"/>
                <a:sym typeface="Arial"/>
              </a:rPr>
              <a:t> Defined problem statement, research objectives, and team roles. Finalized data sources and began initial literature review.</a:t>
            </a:r>
            <a:endParaRPr sz="1800">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rPr lang="en-US" sz="1800">
                <a:latin typeface="Arial"/>
                <a:ea typeface="Arial"/>
                <a:cs typeface="Arial"/>
                <a:sym typeface="Arial"/>
              </a:rPr>
              <a:t>•</a:t>
            </a:r>
            <a:r>
              <a:rPr b="1" lang="en-US" sz="1800">
                <a:latin typeface="Arial"/>
                <a:ea typeface="Arial"/>
                <a:cs typeface="Arial"/>
                <a:sym typeface="Arial"/>
              </a:rPr>
              <a:t>Data Collection :</a:t>
            </a:r>
            <a:r>
              <a:rPr lang="en-US" sz="1800">
                <a:latin typeface="Arial"/>
                <a:ea typeface="Arial"/>
                <a:cs typeface="Arial"/>
                <a:sym typeface="Arial"/>
              </a:rPr>
              <a:t> Collected historical OHLCV data for HBL from yfinance and gathered financial news articles from Dawn, Business Recorder, and The News.</a:t>
            </a:r>
            <a:endParaRPr sz="1800">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rPr lang="en-US" sz="1800">
                <a:latin typeface="Arial"/>
                <a:ea typeface="Arial"/>
                <a:cs typeface="Arial"/>
                <a:sym typeface="Arial"/>
              </a:rPr>
              <a:t>•</a:t>
            </a:r>
            <a:r>
              <a:rPr b="1" lang="en-US" sz="1800">
                <a:latin typeface="Arial"/>
                <a:ea typeface="Arial"/>
                <a:cs typeface="Arial"/>
                <a:sym typeface="Arial"/>
              </a:rPr>
              <a:t>Data Preprocessing :</a:t>
            </a:r>
            <a:r>
              <a:rPr lang="en-US" sz="1800">
                <a:latin typeface="Arial"/>
                <a:ea typeface="Arial"/>
                <a:cs typeface="Arial"/>
                <a:sym typeface="Arial"/>
              </a:rPr>
              <a:t> Normalized stock data and cleaned news text using tokenization, lemmatization, and stopword removal.</a:t>
            </a:r>
            <a:endParaRPr sz="1800">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rPr lang="en-US" sz="1800">
                <a:latin typeface="Arial"/>
                <a:ea typeface="Arial"/>
                <a:cs typeface="Arial"/>
                <a:sym typeface="Arial"/>
              </a:rPr>
              <a:t>•</a:t>
            </a:r>
            <a:r>
              <a:rPr b="1" lang="en-US" sz="1800">
                <a:latin typeface="Arial"/>
                <a:ea typeface="Arial"/>
                <a:cs typeface="Arial"/>
                <a:sym typeface="Arial"/>
              </a:rPr>
              <a:t>Sentiment Annotation :</a:t>
            </a:r>
            <a:r>
              <a:rPr lang="en-US" sz="1800">
                <a:latin typeface="Arial"/>
                <a:ea typeface="Arial"/>
                <a:cs typeface="Arial"/>
                <a:sym typeface="Arial"/>
              </a:rPr>
              <a:t> Applied FinBERT and Loughran-McDonald Dictionary to assign sentiment scores (positive/neutral/negative) to news articles.</a:t>
            </a:r>
            <a:endParaRPr sz="1800">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rPr lang="en-US" sz="1800">
                <a:latin typeface="Arial"/>
                <a:ea typeface="Arial"/>
                <a:cs typeface="Arial"/>
                <a:sym typeface="Arial"/>
              </a:rPr>
              <a:t>•</a:t>
            </a:r>
            <a:r>
              <a:rPr b="1" lang="en-US" sz="1800">
                <a:latin typeface="Arial"/>
                <a:ea typeface="Arial"/>
                <a:cs typeface="Arial"/>
                <a:sym typeface="Arial"/>
              </a:rPr>
              <a:t>Feature Engineering :</a:t>
            </a:r>
            <a:r>
              <a:rPr lang="en-US" sz="1800">
                <a:latin typeface="Arial"/>
                <a:ea typeface="Arial"/>
                <a:cs typeface="Arial"/>
                <a:sym typeface="Arial"/>
              </a:rPr>
              <a:t> Merged sentiment scores with stock data by date. Created lag features and structured dataset for model input.</a:t>
            </a:r>
            <a:endParaRPr sz="1800">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rPr lang="en-US" sz="1800">
                <a:latin typeface="Arial"/>
                <a:ea typeface="Arial"/>
                <a:cs typeface="Arial"/>
                <a:sym typeface="Arial"/>
              </a:rPr>
              <a:t>•</a:t>
            </a:r>
            <a:r>
              <a:rPr b="1" lang="en-US" sz="1800">
                <a:latin typeface="Arial"/>
                <a:ea typeface="Arial"/>
                <a:cs typeface="Arial"/>
                <a:sym typeface="Arial"/>
              </a:rPr>
              <a:t>Model Design :</a:t>
            </a:r>
            <a:r>
              <a:rPr lang="en-US" sz="1800">
                <a:latin typeface="Arial"/>
                <a:ea typeface="Arial"/>
                <a:cs typeface="Arial"/>
                <a:sym typeface="Arial"/>
              </a:rPr>
              <a:t> Designed LSTM model with attention mechanism. Finalized hyperparameters and evaluation metrics.</a:t>
            </a:r>
            <a:endParaRPr sz="1800">
              <a:latin typeface="Arial"/>
              <a:ea typeface="Arial"/>
              <a:cs typeface="Arial"/>
              <a:sym typeface="Arial"/>
            </a:endParaRPr>
          </a:p>
          <a:p>
            <a:pPr indent="-209550" lvl="0" marL="320040" rtl="0" algn="l">
              <a:spcBef>
                <a:spcPts val="0"/>
              </a:spcBef>
              <a:spcAft>
                <a:spcPts val="0"/>
              </a:spcAft>
              <a:buClr>
                <a:srgbClr val="008000"/>
              </a:buClr>
              <a:buSzPts val="1740"/>
              <a:buNone/>
            </a:pPr>
            <a:r>
              <a:t/>
            </a:r>
            <a:endParaRPr sz="1800">
              <a:latin typeface="Arial"/>
              <a:ea typeface="Arial"/>
              <a:cs typeface="Arial"/>
              <a:sym typeface="Arial"/>
            </a:endParaRPr>
          </a:p>
        </p:txBody>
      </p:sp>
      <p:sp>
        <p:nvSpPr>
          <p:cNvPr id="185" name="Google Shape;185;p7"/>
          <p:cNvSpPr txBox="1"/>
          <p:nvPr>
            <p:ph idx="11" type="ftr"/>
          </p:nvPr>
        </p:nvSpPr>
        <p:spPr>
          <a:xfrm>
            <a:off x="609601" y="6400800"/>
            <a:ext cx="5410200" cy="288925"/>
          </a:xfrm>
          <a:prstGeom prst="rect">
            <a:avLst/>
          </a:prstGeom>
          <a:solidFill>
            <a:srgbClr val="F86308"/>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AI Driven Stock Market Prediction Using Sentiment Analysis</a:t>
            </a:r>
            <a:endParaRPr/>
          </a:p>
        </p:txBody>
      </p:sp>
      <p:sp>
        <p:nvSpPr>
          <p:cNvPr id="186" name="Google Shape;186;p7"/>
          <p:cNvSpPr txBox="1"/>
          <p:nvPr>
            <p:ph idx="12" type="sldNum"/>
          </p:nvPr>
        </p:nvSpPr>
        <p:spPr>
          <a:xfrm>
            <a:off x="0" y="1279524"/>
            <a:ext cx="533400" cy="244476"/>
          </a:xfrm>
          <a:prstGeom prst="rect">
            <a:avLst/>
          </a:prstGeom>
          <a:solidFill>
            <a:srgbClr val="008000"/>
          </a:solidFill>
          <a:ln>
            <a:noFill/>
          </a:ln>
        </p:spPr>
        <p:txBody>
          <a:bodyPr anchorCtr="0" anchor="ctr" bIns="45700" lIns="91425" spcFirstLastPara="1" rIns="91425" wrap="square" tIns="45700">
            <a:normAutofit fontScale="62500" lnSpcReduction="20000"/>
          </a:bodyPr>
          <a:lstStyle/>
          <a:p>
            <a:pPr indent="0" lvl="0" marL="0" rtl="0" algn="ctr">
              <a:spcBef>
                <a:spcPts val="0"/>
              </a:spcBef>
              <a:spcAft>
                <a:spcPts val="0"/>
              </a:spcAft>
              <a:buNone/>
            </a:pPr>
            <a:fld id="{00000000-1234-1234-1234-123412341234}" type="slidenum">
              <a:rPr lang="en-US"/>
              <a:t>‹#›</a:t>
            </a:fld>
            <a:endParaRPr/>
          </a:p>
        </p:txBody>
      </p:sp>
      <p:sp>
        <p:nvSpPr>
          <p:cNvPr id="187" name="Google Shape;187;p7"/>
          <p:cNvSpPr txBox="1"/>
          <p:nvPr>
            <p:ph idx="10" type="dt"/>
          </p:nvPr>
        </p:nvSpPr>
        <p:spPr>
          <a:xfrm>
            <a:off x="6248400" y="6400800"/>
            <a:ext cx="2514600" cy="304800"/>
          </a:xfrm>
          <a:prstGeom prst="rect">
            <a:avLst/>
          </a:prstGeom>
          <a:solidFill>
            <a:srgbClr val="008000"/>
          </a:solid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CS-FYP    Hamdard University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g3b356a905a8_0_27"/>
          <p:cNvSpPr txBox="1"/>
          <p:nvPr>
            <p:ph type="title"/>
          </p:nvPr>
        </p:nvSpPr>
        <p:spPr>
          <a:xfrm>
            <a:off x="612648" y="228600"/>
            <a:ext cx="7617000"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400"/>
              <a:buFont typeface="Twentieth Century"/>
              <a:buNone/>
            </a:pPr>
            <a:r>
              <a:rPr lang="en-US"/>
              <a:t>Our Project Plan  </a:t>
            </a:r>
            <a:endParaRPr/>
          </a:p>
        </p:txBody>
      </p:sp>
      <p:sp>
        <p:nvSpPr>
          <p:cNvPr id="193" name="Google Shape;193;g3b356a905a8_0_27"/>
          <p:cNvSpPr txBox="1"/>
          <p:nvPr>
            <p:ph idx="1" type="body"/>
          </p:nvPr>
        </p:nvSpPr>
        <p:spPr>
          <a:xfrm>
            <a:off x="612650" y="1557000"/>
            <a:ext cx="8153400" cy="51486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0"/>
              </a:spcBef>
              <a:spcAft>
                <a:spcPts val="0"/>
              </a:spcAft>
              <a:buClr>
                <a:schemeClr val="dk1"/>
              </a:buClr>
              <a:buSzPts val="1100"/>
              <a:buFont typeface="Arial"/>
              <a:buNone/>
            </a:pPr>
            <a:r>
              <a:rPr lang="en-US" sz="1800">
                <a:latin typeface="Arial"/>
                <a:ea typeface="Arial"/>
                <a:cs typeface="Arial"/>
                <a:sym typeface="Arial"/>
              </a:rPr>
              <a:t>•</a:t>
            </a:r>
            <a:r>
              <a:rPr b="1" lang="en-US" sz="1800">
                <a:latin typeface="Arial"/>
                <a:ea typeface="Arial"/>
                <a:cs typeface="Arial"/>
                <a:sym typeface="Arial"/>
              </a:rPr>
              <a:t>Model Training :</a:t>
            </a:r>
            <a:r>
              <a:rPr lang="en-US" sz="1800">
                <a:latin typeface="Arial"/>
                <a:ea typeface="Arial"/>
                <a:cs typeface="Arial"/>
                <a:sym typeface="Arial"/>
              </a:rPr>
              <a:t> Trained and tuned the LSTM model using 5-fold cross-validation. Tracked performance via RMSE, MAPE, and directional accuracy.</a:t>
            </a:r>
            <a:endParaRPr sz="1800">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rPr lang="en-US" sz="1800">
                <a:latin typeface="Arial"/>
                <a:ea typeface="Arial"/>
                <a:cs typeface="Arial"/>
                <a:sym typeface="Arial"/>
              </a:rPr>
              <a:t>•</a:t>
            </a:r>
            <a:r>
              <a:rPr b="1" lang="en-US" sz="1800">
                <a:latin typeface="Arial"/>
                <a:ea typeface="Arial"/>
                <a:cs typeface="Arial"/>
                <a:sym typeface="Arial"/>
              </a:rPr>
              <a:t>Evaluation :</a:t>
            </a:r>
            <a:r>
              <a:rPr lang="en-US" sz="1800">
                <a:latin typeface="Arial"/>
                <a:ea typeface="Arial"/>
                <a:cs typeface="Arial"/>
                <a:sym typeface="Arial"/>
              </a:rPr>
              <a:t> Assessed model on test data. Conducted error analysis and validated prediction accuracy (target: 85–90%).</a:t>
            </a:r>
            <a:endParaRPr sz="1800">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rPr lang="en-US" sz="1800">
                <a:latin typeface="Arial"/>
                <a:ea typeface="Arial"/>
                <a:cs typeface="Arial"/>
                <a:sym typeface="Arial"/>
              </a:rPr>
              <a:t>•</a:t>
            </a:r>
            <a:r>
              <a:rPr b="1" lang="en-US" sz="1800">
                <a:latin typeface="Arial"/>
                <a:ea typeface="Arial"/>
                <a:cs typeface="Arial"/>
                <a:sym typeface="Arial"/>
              </a:rPr>
              <a:t>Research Validation :</a:t>
            </a:r>
            <a:r>
              <a:rPr lang="en-US" sz="1800">
                <a:latin typeface="Arial"/>
                <a:ea typeface="Arial"/>
                <a:cs typeface="Arial"/>
                <a:sym typeface="Arial"/>
              </a:rPr>
              <a:t> Compared results with related studies. Performed statistical validation and finalized findings.</a:t>
            </a:r>
            <a:endParaRPr sz="1800">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rPr lang="en-US" sz="1800">
                <a:latin typeface="Arial"/>
                <a:ea typeface="Arial"/>
                <a:cs typeface="Arial"/>
                <a:sym typeface="Arial"/>
              </a:rPr>
              <a:t>•</a:t>
            </a:r>
            <a:r>
              <a:rPr b="1" lang="en-US" sz="1800">
                <a:latin typeface="Arial"/>
                <a:ea typeface="Arial"/>
                <a:cs typeface="Arial"/>
                <a:sym typeface="Arial"/>
              </a:rPr>
              <a:t>Report Writing :</a:t>
            </a:r>
            <a:r>
              <a:rPr lang="en-US" sz="1800">
                <a:latin typeface="Arial"/>
                <a:ea typeface="Arial"/>
                <a:cs typeface="Arial"/>
                <a:sym typeface="Arial"/>
              </a:rPr>
              <a:t> Drafted full FYP-II research report including all sections, visuals, and references.</a:t>
            </a:r>
            <a:endParaRPr sz="1800">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rPr lang="en-US" sz="1800">
                <a:latin typeface="Arial"/>
                <a:ea typeface="Arial"/>
                <a:cs typeface="Arial"/>
                <a:sym typeface="Arial"/>
              </a:rPr>
              <a:t>•</a:t>
            </a:r>
            <a:r>
              <a:rPr b="1" lang="en-US" sz="1800">
                <a:latin typeface="Arial"/>
                <a:ea typeface="Arial"/>
                <a:cs typeface="Arial"/>
                <a:sym typeface="Arial"/>
              </a:rPr>
              <a:t>Supervisor Review :</a:t>
            </a:r>
            <a:r>
              <a:rPr lang="en-US" sz="1800">
                <a:latin typeface="Arial"/>
                <a:ea typeface="Arial"/>
                <a:cs typeface="Arial"/>
                <a:sym typeface="Arial"/>
              </a:rPr>
              <a:t> Revised report based on supervisor feedback. Finalized formatting and citations.</a:t>
            </a:r>
            <a:endParaRPr sz="1800">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rPr lang="en-US" sz="1800">
                <a:latin typeface="Arial"/>
                <a:ea typeface="Arial"/>
                <a:cs typeface="Arial"/>
                <a:sym typeface="Arial"/>
              </a:rPr>
              <a:t>•</a:t>
            </a:r>
            <a:r>
              <a:rPr b="1" lang="en-US" sz="1800">
                <a:latin typeface="Arial"/>
                <a:ea typeface="Arial"/>
                <a:cs typeface="Arial"/>
                <a:sym typeface="Arial"/>
              </a:rPr>
              <a:t>Final Submission :</a:t>
            </a:r>
            <a:r>
              <a:rPr lang="en-US" sz="1800">
                <a:latin typeface="Arial"/>
                <a:ea typeface="Arial"/>
                <a:cs typeface="Arial"/>
                <a:sym typeface="Arial"/>
              </a:rPr>
              <a:t> Submitted report, prepared slides, and rehearsed presentation for defense.</a:t>
            </a:r>
            <a:endParaRPr sz="1800">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rPr lang="en-US" sz="1800">
                <a:latin typeface="Arial"/>
                <a:ea typeface="Arial"/>
                <a:cs typeface="Arial"/>
                <a:sym typeface="Arial"/>
              </a:rPr>
              <a:t>•</a:t>
            </a:r>
            <a:r>
              <a:rPr b="1" lang="en-US" sz="1800">
                <a:latin typeface="Arial"/>
                <a:ea typeface="Arial"/>
                <a:cs typeface="Arial"/>
                <a:sym typeface="Arial"/>
              </a:rPr>
              <a:t>FYP-II Evaluation :</a:t>
            </a:r>
            <a:r>
              <a:rPr lang="en-US" sz="1800">
                <a:latin typeface="Arial"/>
                <a:ea typeface="Arial"/>
                <a:cs typeface="Arial"/>
                <a:sym typeface="Arial"/>
              </a:rPr>
              <a:t> Presented findings to the evaluation panel, answered questions, and completed project defense.</a:t>
            </a:r>
            <a:endParaRPr sz="1800">
              <a:latin typeface="Arial"/>
              <a:ea typeface="Arial"/>
              <a:cs typeface="Arial"/>
              <a:sym typeface="Arial"/>
            </a:endParaRPr>
          </a:p>
          <a:p>
            <a:pPr indent="-209550" lvl="0" marL="320040" rtl="0" algn="l">
              <a:spcBef>
                <a:spcPts val="0"/>
              </a:spcBef>
              <a:spcAft>
                <a:spcPts val="0"/>
              </a:spcAft>
              <a:buClr>
                <a:srgbClr val="008000"/>
              </a:buClr>
              <a:buSzPts val="1740"/>
              <a:buNone/>
            </a:pPr>
            <a:r>
              <a:t/>
            </a:r>
            <a:endParaRPr sz="1800">
              <a:latin typeface="Arial"/>
              <a:ea typeface="Arial"/>
              <a:cs typeface="Arial"/>
              <a:sym typeface="Arial"/>
            </a:endParaRPr>
          </a:p>
        </p:txBody>
      </p:sp>
      <p:sp>
        <p:nvSpPr>
          <p:cNvPr id="194" name="Google Shape;194;g3b356a905a8_0_27"/>
          <p:cNvSpPr txBox="1"/>
          <p:nvPr>
            <p:ph idx="11" type="ftr"/>
          </p:nvPr>
        </p:nvSpPr>
        <p:spPr>
          <a:xfrm>
            <a:off x="609601" y="6400800"/>
            <a:ext cx="5410200" cy="288900"/>
          </a:xfrm>
          <a:prstGeom prst="rect">
            <a:avLst/>
          </a:prstGeom>
          <a:solidFill>
            <a:srgbClr val="F86308"/>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AI Driven Stock Market Prediction Using Sentiment Analysis</a:t>
            </a:r>
            <a:endParaRPr/>
          </a:p>
        </p:txBody>
      </p:sp>
      <p:sp>
        <p:nvSpPr>
          <p:cNvPr id="195" name="Google Shape;195;g3b356a905a8_0_27"/>
          <p:cNvSpPr txBox="1"/>
          <p:nvPr>
            <p:ph idx="12" type="sldNum"/>
          </p:nvPr>
        </p:nvSpPr>
        <p:spPr>
          <a:xfrm>
            <a:off x="0" y="1279524"/>
            <a:ext cx="533400" cy="244500"/>
          </a:xfrm>
          <a:prstGeom prst="rect">
            <a:avLst/>
          </a:prstGeom>
          <a:solidFill>
            <a:srgbClr val="008000"/>
          </a:solidFill>
          <a:ln>
            <a:noFill/>
          </a:ln>
        </p:spPr>
        <p:txBody>
          <a:bodyPr anchorCtr="0" anchor="ctr" bIns="45700" lIns="91425" spcFirstLastPara="1" rIns="91425" wrap="square" tIns="45700">
            <a:normAutofit fontScale="62500" lnSpcReduction="20000"/>
          </a:bodyPr>
          <a:lstStyle/>
          <a:p>
            <a:pPr indent="0" lvl="0" marL="0" rtl="0" algn="ctr">
              <a:spcBef>
                <a:spcPts val="0"/>
              </a:spcBef>
              <a:spcAft>
                <a:spcPts val="0"/>
              </a:spcAft>
              <a:buNone/>
            </a:pPr>
            <a:fld id="{00000000-1234-1234-1234-123412341234}" type="slidenum">
              <a:rPr lang="en-US"/>
              <a:t>‹#›</a:t>
            </a:fld>
            <a:endParaRPr/>
          </a:p>
        </p:txBody>
      </p:sp>
      <p:sp>
        <p:nvSpPr>
          <p:cNvPr id="196" name="Google Shape;196;g3b356a905a8_0_27"/>
          <p:cNvSpPr txBox="1"/>
          <p:nvPr>
            <p:ph idx="10" type="dt"/>
          </p:nvPr>
        </p:nvSpPr>
        <p:spPr>
          <a:xfrm>
            <a:off x="6248400" y="6400800"/>
            <a:ext cx="2514600" cy="304800"/>
          </a:xfrm>
          <a:prstGeom prst="rect">
            <a:avLst/>
          </a:prstGeom>
          <a:solidFill>
            <a:srgbClr val="008000"/>
          </a:solid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CS-FYP    Hamdard University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g3b356a905a8_0_36"/>
          <p:cNvSpPr txBox="1"/>
          <p:nvPr>
            <p:ph type="title"/>
          </p:nvPr>
        </p:nvSpPr>
        <p:spPr>
          <a:xfrm>
            <a:off x="612648" y="228600"/>
            <a:ext cx="7617000"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400"/>
              <a:buFont typeface="Twentieth Century"/>
              <a:buNone/>
            </a:pPr>
            <a:r>
              <a:rPr lang="en-US"/>
              <a:t>Our Project Plan  </a:t>
            </a:r>
            <a:endParaRPr/>
          </a:p>
        </p:txBody>
      </p:sp>
      <p:sp>
        <p:nvSpPr>
          <p:cNvPr id="202" name="Google Shape;202;g3b356a905a8_0_36"/>
          <p:cNvSpPr txBox="1"/>
          <p:nvPr>
            <p:ph idx="11" type="ftr"/>
          </p:nvPr>
        </p:nvSpPr>
        <p:spPr>
          <a:xfrm>
            <a:off x="609601" y="6400800"/>
            <a:ext cx="5410200" cy="288900"/>
          </a:xfrm>
          <a:prstGeom prst="rect">
            <a:avLst/>
          </a:prstGeom>
          <a:solidFill>
            <a:srgbClr val="F86308"/>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AI Driven Stock Market Prediction Using Sentiment Analysis</a:t>
            </a:r>
            <a:endParaRPr/>
          </a:p>
        </p:txBody>
      </p:sp>
      <p:sp>
        <p:nvSpPr>
          <p:cNvPr id="203" name="Google Shape;203;g3b356a905a8_0_36"/>
          <p:cNvSpPr txBox="1"/>
          <p:nvPr>
            <p:ph idx="12" type="sldNum"/>
          </p:nvPr>
        </p:nvSpPr>
        <p:spPr>
          <a:xfrm>
            <a:off x="0" y="1279524"/>
            <a:ext cx="533400" cy="244500"/>
          </a:xfrm>
          <a:prstGeom prst="rect">
            <a:avLst/>
          </a:prstGeom>
          <a:solidFill>
            <a:srgbClr val="008000"/>
          </a:solidFill>
          <a:ln>
            <a:noFill/>
          </a:ln>
        </p:spPr>
        <p:txBody>
          <a:bodyPr anchorCtr="0" anchor="ctr" bIns="45700" lIns="91425" spcFirstLastPara="1" rIns="91425" wrap="square" tIns="45700">
            <a:normAutofit fontScale="62500" lnSpcReduction="20000"/>
          </a:bodyPr>
          <a:lstStyle/>
          <a:p>
            <a:pPr indent="0" lvl="0" marL="0" rtl="0" algn="ctr">
              <a:spcBef>
                <a:spcPts val="0"/>
              </a:spcBef>
              <a:spcAft>
                <a:spcPts val="0"/>
              </a:spcAft>
              <a:buNone/>
            </a:pPr>
            <a:fld id="{00000000-1234-1234-1234-123412341234}" type="slidenum">
              <a:rPr lang="en-US"/>
              <a:t>‹#›</a:t>
            </a:fld>
            <a:endParaRPr/>
          </a:p>
        </p:txBody>
      </p:sp>
      <p:sp>
        <p:nvSpPr>
          <p:cNvPr id="204" name="Google Shape;204;g3b356a905a8_0_36"/>
          <p:cNvSpPr txBox="1"/>
          <p:nvPr>
            <p:ph idx="10" type="dt"/>
          </p:nvPr>
        </p:nvSpPr>
        <p:spPr>
          <a:xfrm>
            <a:off x="6248400" y="6400800"/>
            <a:ext cx="2514600" cy="304800"/>
          </a:xfrm>
          <a:prstGeom prst="rect">
            <a:avLst/>
          </a:prstGeom>
          <a:solidFill>
            <a:srgbClr val="008000"/>
          </a:solid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CS-FYP    Hamdard University </a:t>
            </a:r>
            <a:endParaRPr/>
          </a:p>
        </p:txBody>
      </p:sp>
      <p:pic>
        <p:nvPicPr>
          <p:cNvPr id="205" name="Google Shape;205;g3b356a905a8_0_36"/>
          <p:cNvPicPr preferRelativeResize="0"/>
          <p:nvPr/>
        </p:nvPicPr>
        <p:blipFill>
          <a:blip r:embed="rId3">
            <a:alphaModFix/>
          </a:blip>
          <a:stretch>
            <a:fillRect/>
          </a:stretch>
        </p:blipFill>
        <p:spPr>
          <a:xfrm>
            <a:off x="763500" y="1803225"/>
            <a:ext cx="7617000" cy="416970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9"/>
          <p:cNvSpPr txBox="1"/>
          <p:nvPr>
            <p:ph type="title"/>
          </p:nvPr>
        </p:nvSpPr>
        <p:spPr>
          <a:xfrm>
            <a:off x="612648" y="228600"/>
            <a:ext cx="7616952"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400"/>
              <a:buFont typeface="Twentieth Century"/>
              <a:buNone/>
            </a:pPr>
            <a:r>
              <a:rPr lang="en-US"/>
              <a:t>FYP  Deliverables </a:t>
            </a:r>
            <a:endParaRPr/>
          </a:p>
        </p:txBody>
      </p:sp>
      <p:sp>
        <p:nvSpPr>
          <p:cNvPr id="211" name="Google Shape;211;p9"/>
          <p:cNvSpPr txBox="1"/>
          <p:nvPr>
            <p:ph idx="1" type="body"/>
          </p:nvPr>
        </p:nvSpPr>
        <p:spPr>
          <a:xfrm>
            <a:off x="612648" y="1600200"/>
            <a:ext cx="8153400" cy="4495800"/>
          </a:xfrm>
          <a:prstGeom prst="rect">
            <a:avLst/>
          </a:prstGeom>
          <a:noFill/>
          <a:ln>
            <a:noFill/>
          </a:ln>
        </p:spPr>
        <p:txBody>
          <a:bodyPr anchorCtr="0" anchor="t" bIns="45700" lIns="91425" spcFirstLastPara="1" rIns="91425" wrap="square" tIns="45700">
            <a:normAutofit/>
          </a:bodyPr>
          <a:lstStyle/>
          <a:p>
            <a:pPr indent="0" lvl="0" marL="0" rtl="0" algn="l">
              <a:lnSpc>
                <a:spcPct val="115000"/>
              </a:lnSpc>
              <a:spcBef>
                <a:spcPts val="700"/>
              </a:spcBef>
              <a:spcAft>
                <a:spcPts val="0"/>
              </a:spcAft>
              <a:buClr>
                <a:schemeClr val="dk1"/>
              </a:buClr>
              <a:buSzPts val="1100"/>
              <a:buFont typeface="Arial"/>
              <a:buNone/>
            </a:pPr>
            <a:r>
              <a:rPr b="1" lang="en-US" sz="1800">
                <a:latin typeface="Arial"/>
                <a:ea typeface="Arial"/>
                <a:cs typeface="Arial"/>
                <a:sym typeface="Arial"/>
              </a:rPr>
              <a:t>Project Deliverables</a:t>
            </a:r>
            <a:endParaRPr b="1" sz="1800">
              <a:latin typeface="Arial"/>
              <a:ea typeface="Arial"/>
              <a:cs typeface="Arial"/>
              <a:sym typeface="Arial"/>
            </a:endParaRPr>
          </a:p>
          <a:p>
            <a:pPr indent="0" lvl="0" marL="0" rtl="0" algn="l">
              <a:lnSpc>
                <a:spcPct val="115000"/>
              </a:lnSpc>
              <a:spcBef>
                <a:spcPts val="700"/>
              </a:spcBef>
              <a:spcAft>
                <a:spcPts val="0"/>
              </a:spcAft>
              <a:buClr>
                <a:schemeClr val="dk1"/>
              </a:buClr>
              <a:buSzPts val="1100"/>
              <a:buFont typeface="Arial"/>
              <a:buNone/>
            </a:pPr>
            <a:r>
              <a:rPr lang="en-US" sz="1800">
                <a:solidFill>
                  <a:srgbClr val="008000"/>
                </a:solidFill>
                <a:latin typeface="Arial"/>
                <a:ea typeface="Arial"/>
                <a:cs typeface="Arial"/>
                <a:sym typeface="Arial"/>
              </a:rPr>
              <a:t>•</a:t>
            </a:r>
            <a:r>
              <a:rPr lang="en-US" sz="1800">
                <a:latin typeface="Arial"/>
                <a:ea typeface="Arial"/>
                <a:cs typeface="Arial"/>
                <a:sym typeface="Arial"/>
              </a:rPr>
              <a:t>Cleaned and validated </a:t>
            </a:r>
            <a:r>
              <a:rPr b="1" lang="en-US" sz="1800">
                <a:latin typeface="Arial"/>
                <a:ea typeface="Arial"/>
                <a:cs typeface="Arial"/>
                <a:sym typeface="Arial"/>
              </a:rPr>
              <a:t>HBL OHLCV dataset</a:t>
            </a:r>
            <a:endParaRPr b="1" sz="1800">
              <a:latin typeface="Arial"/>
              <a:ea typeface="Arial"/>
              <a:cs typeface="Arial"/>
              <a:sym typeface="Arial"/>
            </a:endParaRPr>
          </a:p>
          <a:p>
            <a:pPr indent="0" lvl="0" marL="0" rtl="0" algn="l">
              <a:lnSpc>
                <a:spcPct val="115000"/>
              </a:lnSpc>
              <a:spcBef>
                <a:spcPts val="700"/>
              </a:spcBef>
              <a:spcAft>
                <a:spcPts val="0"/>
              </a:spcAft>
              <a:buClr>
                <a:schemeClr val="dk1"/>
              </a:buClr>
              <a:buSzPts val="1100"/>
              <a:buFont typeface="Arial"/>
              <a:buNone/>
            </a:pPr>
            <a:r>
              <a:rPr lang="en-US" sz="1800">
                <a:solidFill>
                  <a:srgbClr val="008000"/>
                </a:solidFill>
                <a:latin typeface="Arial"/>
                <a:ea typeface="Arial"/>
                <a:cs typeface="Arial"/>
                <a:sym typeface="Arial"/>
              </a:rPr>
              <a:t>•</a:t>
            </a:r>
            <a:r>
              <a:rPr lang="en-US" sz="1800">
                <a:latin typeface="Arial"/>
                <a:ea typeface="Arial"/>
                <a:cs typeface="Arial"/>
                <a:sym typeface="Arial"/>
              </a:rPr>
              <a:t>Labeled and scored </a:t>
            </a:r>
            <a:r>
              <a:rPr b="1" lang="en-US" sz="1800">
                <a:latin typeface="Arial"/>
                <a:ea typeface="Arial"/>
                <a:cs typeface="Arial"/>
                <a:sym typeface="Arial"/>
              </a:rPr>
              <a:t>sentiment corpus</a:t>
            </a:r>
            <a:endParaRPr b="1" sz="1800">
              <a:latin typeface="Arial"/>
              <a:ea typeface="Arial"/>
              <a:cs typeface="Arial"/>
              <a:sym typeface="Arial"/>
            </a:endParaRPr>
          </a:p>
          <a:p>
            <a:pPr indent="0" lvl="0" marL="0" rtl="0" algn="l">
              <a:lnSpc>
                <a:spcPct val="115000"/>
              </a:lnSpc>
              <a:spcBef>
                <a:spcPts val="700"/>
              </a:spcBef>
              <a:spcAft>
                <a:spcPts val="0"/>
              </a:spcAft>
              <a:buClr>
                <a:schemeClr val="dk1"/>
              </a:buClr>
              <a:buSzPts val="1100"/>
              <a:buFont typeface="Arial"/>
              <a:buNone/>
            </a:pPr>
            <a:r>
              <a:rPr lang="en-US" sz="1800">
                <a:solidFill>
                  <a:srgbClr val="008000"/>
                </a:solidFill>
                <a:latin typeface="Arial"/>
                <a:ea typeface="Arial"/>
                <a:cs typeface="Arial"/>
                <a:sym typeface="Arial"/>
              </a:rPr>
              <a:t>•</a:t>
            </a:r>
            <a:r>
              <a:rPr b="1" lang="en-US" sz="1800">
                <a:latin typeface="Arial"/>
                <a:ea typeface="Arial"/>
                <a:cs typeface="Arial"/>
                <a:sym typeface="Arial"/>
              </a:rPr>
              <a:t>Trained LSTM model</a:t>
            </a:r>
            <a:r>
              <a:rPr lang="en-US" sz="1800">
                <a:latin typeface="Arial"/>
                <a:ea typeface="Arial"/>
                <a:cs typeface="Arial"/>
                <a:sym typeface="Arial"/>
              </a:rPr>
              <a:t> with combined feature input</a:t>
            </a:r>
            <a:endParaRPr sz="1800">
              <a:latin typeface="Arial"/>
              <a:ea typeface="Arial"/>
              <a:cs typeface="Arial"/>
              <a:sym typeface="Arial"/>
            </a:endParaRPr>
          </a:p>
          <a:p>
            <a:pPr indent="0" lvl="0" marL="0" rtl="0" algn="l">
              <a:lnSpc>
                <a:spcPct val="115000"/>
              </a:lnSpc>
              <a:spcBef>
                <a:spcPts val="700"/>
              </a:spcBef>
              <a:spcAft>
                <a:spcPts val="0"/>
              </a:spcAft>
              <a:buClr>
                <a:schemeClr val="dk1"/>
              </a:buClr>
              <a:buSzPts val="1100"/>
              <a:buFont typeface="Arial"/>
              <a:buNone/>
            </a:pPr>
            <a:r>
              <a:rPr lang="en-US" sz="1800">
                <a:solidFill>
                  <a:srgbClr val="008000"/>
                </a:solidFill>
                <a:latin typeface="Arial"/>
                <a:ea typeface="Arial"/>
                <a:cs typeface="Arial"/>
                <a:sym typeface="Arial"/>
              </a:rPr>
              <a:t>•</a:t>
            </a:r>
            <a:r>
              <a:rPr lang="en-US" sz="1800">
                <a:latin typeface="Arial"/>
                <a:ea typeface="Arial"/>
                <a:cs typeface="Arial"/>
                <a:sym typeface="Arial"/>
              </a:rPr>
              <a:t>Research </a:t>
            </a:r>
            <a:r>
              <a:rPr b="1" lang="en-US" sz="1800">
                <a:latin typeface="Arial"/>
                <a:ea typeface="Arial"/>
                <a:cs typeface="Arial"/>
                <a:sym typeface="Arial"/>
              </a:rPr>
              <a:t>paper</a:t>
            </a:r>
            <a:r>
              <a:rPr lang="en-US" sz="1800">
                <a:latin typeface="Arial"/>
                <a:ea typeface="Arial"/>
                <a:cs typeface="Arial"/>
                <a:sym typeface="Arial"/>
              </a:rPr>
              <a:t> with citations and evaluation metrics</a:t>
            </a:r>
            <a:endParaRPr sz="1800">
              <a:latin typeface="Arial"/>
              <a:ea typeface="Arial"/>
              <a:cs typeface="Arial"/>
              <a:sym typeface="Arial"/>
            </a:endParaRPr>
          </a:p>
          <a:p>
            <a:pPr indent="0" lvl="0" marL="0" rtl="0" algn="l">
              <a:lnSpc>
                <a:spcPct val="115000"/>
              </a:lnSpc>
              <a:spcBef>
                <a:spcPts val="700"/>
              </a:spcBef>
              <a:spcAft>
                <a:spcPts val="0"/>
              </a:spcAft>
              <a:buClr>
                <a:schemeClr val="dk1"/>
              </a:buClr>
              <a:buSzPts val="1100"/>
              <a:buFont typeface="Arial"/>
              <a:buNone/>
            </a:pPr>
            <a:r>
              <a:rPr lang="en-US" sz="1800">
                <a:solidFill>
                  <a:srgbClr val="008000"/>
                </a:solidFill>
                <a:latin typeface="Arial"/>
                <a:ea typeface="Arial"/>
                <a:cs typeface="Arial"/>
                <a:sym typeface="Arial"/>
              </a:rPr>
              <a:t>•</a:t>
            </a:r>
            <a:r>
              <a:rPr b="1" lang="en-US" sz="1800">
                <a:latin typeface="Arial"/>
                <a:ea typeface="Arial"/>
                <a:cs typeface="Arial"/>
                <a:sym typeface="Arial"/>
              </a:rPr>
              <a:t>Presentation &amp; poster</a:t>
            </a:r>
            <a:r>
              <a:rPr lang="en-US" sz="1800">
                <a:latin typeface="Arial"/>
                <a:ea typeface="Arial"/>
                <a:cs typeface="Arial"/>
                <a:sym typeface="Arial"/>
              </a:rPr>
              <a:t> for FYP-II defense</a:t>
            </a:r>
            <a:endParaRPr sz="1800">
              <a:latin typeface="Arial"/>
              <a:ea typeface="Arial"/>
              <a:cs typeface="Arial"/>
              <a:sym typeface="Arial"/>
            </a:endParaRPr>
          </a:p>
          <a:p>
            <a:pPr indent="0" lvl="0" marL="0" rtl="0" algn="l">
              <a:lnSpc>
                <a:spcPct val="115000"/>
              </a:lnSpc>
              <a:spcBef>
                <a:spcPts val="700"/>
              </a:spcBef>
              <a:spcAft>
                <a:spcPts val="0"/>
              </a:spcAft>
              <a:buClr>
                <a:schemeClr val="dk1"/>
              </a:buClr>
              <a:buSzPts val="1100"/>
              <a:buNone/>
            </a:pPr>
            <a:r>
              <a:rPr lang="en-US" sz="1800">
                <a:solidFill>
                  <a:srgbClr val="008000"/>
                </a:solidFill>
                <a:latin typeface="Arial"/>
                <a:ea typeface="Arial"/>
                <a:cs typeface="Arial"/>
                <a:sym typeface="Arial"/>
              </a:rPr>
              <a:t>•</a:t>
            </a:r>
            <a:r>
              <a:rPr lang="en-US" sz="1800">
                <a:latin typeface="Arial"/>
                <a:ea typeface="Arial"/>
                <a:cs typeface="Arial"/>
                <a:sym typeface="Arial"/>
              </a:rPr>
              <a:t>Scalable </a:t>
            </a:r>
            <a:r>
              <a:rPr b="1" lang="en-US" sz="1800">
                <a:latin typeface="Arial"/>
                <a:ea typeface="Arial"/>
                <a:cs typeface="Arial"/>
                <a:sym typeface="Arial"/>
              </a:rPr>
              <a:t>prototype</a:t>
            </a:r>
            <a:r>
              <a:rPr lang="en-US" sz="1800">
                <a:latin typeface="Arial"/>
                <a:ea typeface="Arial"/>
                <a:cs typeface="Arial"/>
                <a:sym typeface="Arial"/>
              </a:rPr>
              <a:t> for future PSX stocks</a:t>
            </a:r>
            <a:endParaRPr sz="1800">
              <a:latin typeface="Arial"/>
              <a:ea typeface="Arial"/>
              <a:cs typeface="Arial"/>
              <a:sym typeface="Arial"/>
            </a:endParaRPr>
          </a:p>
        </p:txBody>
      </p:sp>
      <p:sp>
        <p:nvSpPr>
          <p:cNvPr id="212" name="Google Shape;212;p9"/>
          <p:cNvSpPr txBox="1"/>
          <p:nvPr>
            <p:ph idx="11" type="ftr"/>
          </p:nvPr>
        </p:nvSpPr>
        <p:spPr>
          <a:xfrm>
            <a:off x="609601" y="6400800"/>
            <a:ext cx="5410200" cy="288925"/>
          </a:xfrm>
          <a:prstGeom prst="rect">
            <a:avLst/>
          </a:prstGeom>
          <a:solidFill>
            <a:srgbClr val="F86308"/>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AI Driven Stock Market Prediction Using Sentiment Analysis</a:t>
            </a:r>
            <a:endParaRPr/>
          </a:p>
        </p:txBody>
      </p:sp>
      <p:sp>
        <p:nvSpPr>
          <p:cNvPr id="213" name="Google Shape;213;p9"/>
          <p:cNvSpPr txBox="1"/>
          <p:nvPr>
            <p:ph idx="12" type="sldNum"/>
          </p:nvPr>
        </p:nvSpPr>
        <p:spPr>
          <a:xfrm>
            <a:off x="0" y="1279524"/>
            <a:ext cx="533400" cy="244476"/>
          </a:xfrm>
          <a:prstGeom prst="rect">
            <a:avLst/>
          </a:prstGeom>
          <a:solidFill>
            <a:srgbClr val="008000"/>
          </a:solidFill>
          <a:ln>
            <a:noFill/>
          </a:ln>
        </p:spPr>
        <p:txBody>
          <a:bodyPr anchorCtr="0" anchor="ctr" bIns="45700" lIns="91425" spcFirstLastPara="1" rIns="91425" wrap="square" tIns="45700">
            <a:normAutofit fontScale="62500" lnSpcReduction="20000"/>
          </a:bodyPr>
          <a:lstStyle/>
          <a:p>
            <a:pPr indent="0" lvl="0" marL="0" rtl="0" algn="ctr">
              <a:spcBef>
                <a:spcPts val="0"/>
              </a:spcBef>
              <a:spcAft>
                <a:spcPts val="0"/>
              </a:spcAft>
              <a:buNone/>
            </a:pPr>
            <a:fld id="{00000000-1234-1234-1234-123412341234}" type="slidenum">
              <a:rPr lang="en-US"/>
              <a:t>‹#›</a:t>
            </a:fld>
            <a:endParaRPr/>
          </a:p>
        </p:txBody>
      </p:sp>
      <p:sp>
        <p:nvSpPr>
          <p:cNvPr id="214" name="Google Shape;214;p9"/>
          <p:cNvSpPr txBox="1"/>
          <p:nvPr>
            <p:ph idx="10" type="dt"/>
          </p:nvPr>
        </p:nvSpPr>
        <p:spPr>
          <a:xfrm>
            <a:off x="6248400" y="6400800"/>
            <a:ext cx="2514600" cy="304800"/>
          </a:xfrm>
          <a:prstGeom prst="rect">
            <a:avLst/>
          </a:prstGeom>
          <a:solidFill>
            <a:srgbClr val="008000"/>
          </a:solid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CS-FYP    Hamdard University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10"/>
          <p:cNvSpPr txBox="1"/>
          <p:nvPr>
            <p:ph type="title"/>
          </p:nvPr>
        </p:nvSpPr>
        <p:spPr>
          <a:xfrm>
            <a:off x="612648" y="228600"/>
            <a:ext cx="7616952"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400"/>
              <a:buFont typeface="Twentieth Century"/>
              <a:buNone/>
            </a:pPr>
            <a:r>
              <a:rPr lang="en-US"/>
              <a:t>Literature Review</a:t>
            </a:r>
            <a:endParaRPr/>
          </a:p>
        </p:txBody>
      </p:sp>
      <p:sp>
        <p:nvSpPr>
          <p:cNvPr id="220" name="Google Shape;220;p10"/>
          <p:cNvSpPr txBox="1"/>
          <p:nvPr>
            <p:ph idx="1" type="body"/>
          </p:nvPr>
        </p:nvSpPr>
        <p:spPr>
          <a:xfrm>
            <a:off x="612648" y="1905000"/>
            <a:ext cx="8153400" cy="4495800"/>
          </a:xfrm>
          <a:prstGeom prst="rect">
            <a:avLst/>
          </a:prstGeom>
          <a:noFill/>
          <a:ln>
            <a:noFill/>
          </a:ln>
        </p:spPr>
        <p:txBody>
          <a:bodyPr anchorCtr="0" anchor="t" bIns="45700" lIns="91425" spcFirstLastPara="1" rIns="91425" wrap="square" tIns="45700">
            <a:normAutofit/>
          </a:bodyPr>
          <a:lstStyle/>
          <a:p>
            <a:pPr indent="-342900" lvl="0" marL="457200" rtl="0" algn="l">
              <a:spcBef>
                <a:spcPts val="0"/>
              </a:spcBef>
              <a:spcAft>
                <a:spcPts val="0"/>
              </a:spcAft>
              <a:buSzPts val="1800"/>
              <a:buFont typeface="Arial"/>
              <a:buChar char="◻"/>
            </a:pPr>
            <a:r>
              <a:rPr b="1" lang="en-US" sz="1800">
                <a:latin typeface="Arial"/>
                <a:ea typeface="Arial"/>
                <a:cs typeface="Arial"/>
                <a:sym typeface="Arial"/>
              </a:rPr>
              <a:t>Traditional models </a:t>
            </a:r>
            <a:r>
              <a:rPr lang="en-US" sz="1800">
                <a:latin typeface="Arial"/>
                <a:ea typeface="Arial"/>
                <a:cs typeface="Arial"/>
                <a:sym typeface="Arial"/>
              </a:rPr>
              <a:t>(ARIMA, regression, SVM) struggle with nonlinearity and volatility in stock markets (Patel et al., 2015; Chopra &amp; Sharma, 2021).</a:t>
            </a:r>
            <a:endParaRPr sz="1800">
              <a:latin typeface="Arial"/>
              <a:ea typeface="Arial"/>
              <a:cs typeface="Arial"/>
              <a:sym typeface="Arial"/>
            </a:endParaRPr>
          </a:p>
          <a:p>
            <a:pPr indent="-342900" lvl="0" marL="457200" rtl="0" algn="l">
              <a:spcBef>
                <a:spcPts val="0"/>
              </a:spcBef>
              <a:spcAft>
                <a:spcPts val="0"/>
              </a:spcAft>
              <a:buSzPts val="1800"/>
              <a:buFont typeface="Arial"/>
              <a:buChar char="◻"/>
            </a:pPr>
            <a:r>
              <a:rPr b="1" lang="en-US" sz="1800">
                <a:latin typeface="Arial"/>
                <a:ea typeface="Arial"/>
                <a:cs typeface="Arial"/>
                <a:sym typeface="Arial"/>
              </a:rPr>
              <a:t>LSTM-based deep learning models</a:t>
            </a:r>
            <a:r>
              <a:rPr lang="en-US" sz="1800">
                <a:latin typeface="Arial"/>
                <a:ea typeface="Arial"/>
                <a:cs typeface="Arial"/>
                <a:sym typeface="Arial"/>
              </a:rPr>
              <a:t> outperform classical approaches by effectively capturing long-term temporal patterns in stock price data (Hochreiter &amp; Schmidhuber, 1997; Singh &amp; Sharma, 2022).</a:t>
            </a:r>
            <a:br>
              <a:rPr lang="en-US" sz="1800">
                <a:latin typeface="Arial"/>
                <a:ea typeface="Arial"/>
                <a:cs typeface="Arial"/>
                <a:sym typeface="Arial"/>
              </a:rPr>
            </a:br>
            <a:endParaRPr sz="1800">
              <a:latin typeface="Arial"/>
              <a:ea typeface="Arial"/>
              <a:cs typeface="Arial"/>
              <a:sym typeface="Arial"/>
            </a:endParaRPr>
          </a:p>
          <a:p>
            <a:pPr indent="-342900" lvl="0" marL="457200" rtl="0" algn="l">
              <a:spcBef>
                <a:spcPts val="0"/>
              </a:spcBef>
              <a:spcAft>
                <a:spcPts val="0"/>
              </a:spcAft>
              <a:buSzPts val="1800"/>
              <a:buFont typeface="Arial"/>
              <a:buChar char="◻"/>
            </a:pPr>
            <a:r>
              <a:rPr b="1" lang="en-US" sz="1800">
                <a:latin typeface="Arial"/>
                <a:ea typeface="Arial"/>
                <a:cs typeface="Arial"/>
                <a:sym typeface="Arial"/>
              </a:rPr>
              <a:t>Sentiment-aware models</a:t>
            </a:r>
            <a:r>
              <a:rPr lang="en-US" sz="1800">
                <a:latin typeface="Arial"/>
                <a:ea typeface="Arial"/>
                <a:cs typeface="Arial"/>
                <a:sym typeface="Arial"/>
              </a:rPr>
              <a:t> using FinBERT and the Loughran–McDonald dictionary improve prediction accuracy by incorporating investor psychology (Araci, 2019; Loughran &amp; McDonald, 2011).</a:t>
            </a:r>
            <a:br>
              <a:rPr lang="en-US" sz="1800">
                <a:latin typeface="Arial"/>
                <a:ea typeface="Arial"/>
                <a:cs typeface="Arial"/>
                <a:sym typeface="Arial"/>
              </a:rPr>
            </a:br>
            <a:endParaRPr sz="1800">
              <a:latin typeface="Arial"/>
              <a:ea typeface="Arial"/>
              <a:cs typeface="Arial"/>
              <a:sym typeface="Arial"/>
            </a:endParaRPr>
          </a:p>
          <a:p>
            <a:pPr indent="-342900" lvl="0" marL="457200" rtl="0" algn="l">
              <a:spcBef>
                <a:spcPts val="0"/>
              </a:spcBef>
              <a:spcAft>
                <a:spcPts val="0"/>
              </a:spcAft>
              <a:buSzPts val="1800"/>
              <a:buFont typeface="Arial"/>
              <a:buChar char="◻"/>
            </a:pPr>
            <a:r>
              <a:rPr lang="en-US" sz="1800">
                <a:latin typeface="Arial"/>
                <a:ea typeface="Arial"/>
                <a:cs typeface="Arial"/>
                <a:sym typeface="Arial"/>
              </a:rPr>
              <a:t>Hybrid approaches combining price data and sentiment signals are especially effective in emerging markets such as the </a:t>
            </a:r>
            <a:r>
              <a:rPr b="1" lang="en-US" sz="1800">
                <a:latin typeface="Arial"/>
                <a:ea typeface="Arial"/>
                <a:cs typeface="Arial"/>
                <a:sym typeface="Arial"/>
              </a:rPr>
              <a:t>Pakistan Stock Exchange (PSX)</a:t>
            </a:r>
            <a:r>
              <a:rPr lang="en-US" sz="1800">
                <a:latin typeface="Arial"/>
                <a:ea typeface="Arial"/>
                <a:cs typeface="Arial"/>
                <a:sym typeface="Arial"/>
              </a:rPr>
              <a:t> (Malik et al., 2024; Haroon et al., 2023).</a:t>
            </a:r>
            <a:endParaRPr sz="1800">
              <a:latin typeface="Arial"/>
              <a:ea typeface="Arial"/>
              <a:cs typeface="Arial"/>
              <a:sym typeface="Arial"/>
            </a:endParaRPr>
          </a:p>
        </p:txBody>
      </p:sp>
      <p:sp>
        <p:nvSpPr>
          <p:cNvPr id="221" name="Google Shape;221;p10"/>
          <p:cNvSpPr txBox="1"/>
          <p:nvPr>
            <p:ph idx="11" type="ftr"/>
          </p:nvPr>
        </p:nvSpPr>
        <p:spPr>
          <a:xfrm>
            <a:off x="609601" y="6400800"/>
            <a:ext cx="5410200" cy="288925"/>
          </a:xfrm>
          <a:prstGeom prst="rect">
            <a:avLst/>
          </a:prstGeom>
          <a:solidFill>
            <a:srgbClr val="F86308"/>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AI Driven Stock Market Prediction Using Sentiment Analysis</a:t>
            </a:r>
            <a:endParaRPr/>
          </a:p>
        </p:txBody>
      </p:sp>
      <p:sp>
        <p:nvSpPr>
          <p:cNvPr id="222" name="Google Shape;222;p10"/>
          <p:cNvSpPr txBox="1"/>
          <p:nvPr>
            <p:ph idx="12" type="sldNum"/>
          </p:nvPr>
        </p:nvSpPr>
        <p:spPr>
          <a:xfrm>
            <a:off x="0" y="1279524"/>
            <a:ext cx="533400" cy="244476"/>
          </a:xfrm>
          <a:prstGeom prst="rect">
            <a:avLst/>
          </a:prstGeom>
          <a:solidFill>
            <a:srgbClr val="008000"/>
          </a:solidFill>
          <a:ln>
            <a:noFill/>
          </a:ln>
        </p:spPr>
        <p:txBody>
          <a:bodyPr anchorCtr="0" anchor="ctr" bIns="45700" lIns="91425" spcFirstLastPara="1" rIns="91425" wrap="square" tIns="45700">
            <a:normAutofit fontScale="62500" lnSpcReduction="20000"/>
          </a:bodyPr>
          <a:lstStyle/>
          <a:p>
            <a:pPr indent="0" lvl="0" marL="0" rtl="0" algn="ctr">
              <a:spcBef>
                <a:spcPts val="0"/>
              </a:spcBef>
              <a:spcAft>
                <a:spcPts val="0"/>
              </a:spcAft>
              <a:buNone/>
            </a:pPr>
            <a:fld id="{00000000-1234-1234-1234-123412341234}" type="slidenum">
              <a:rPr lang="en-US"/>
              <a:t>‹#›</a:t>
            </a:fld>
            <a:endParaRPr/>
          </a:p>
        </p:txBody>
      </p:sp>
      <p:sp>
        <p:nvSpPr>
          <p:cNvPr id="223" name="Google Shape;223;p10"/>
          <p:cNvSpPr txBox="1"/>
          <p:nvPr>
            <p:ph idx="10" type="dt"/>
          </p:nvPr>
        </p:nvSpPr>
        <p:spPr>
          <a:xfrm>
            <a:off x="6248400" y="6400800"/>
            <a:ext cx="2514600" cy="304800"/>
          </a:xfrm>
          <a:prstGeom prst="rect">
            <a:avLst/>
          </a:prstGeom>
          <a:solidFill>
            <a:srgbClr val="008000"/>
          </a:solid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CS-FYP    Hamdard University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11"/>
          <p:cNvSpPr txBox="1"/>
          <p:nvPr>
            <p:ph type="title"/>
          </p:nvPr>
        </p:nvSpPr>
        <p:spPr>
          <a:xfrm>
            <a:off x="612648" y="228600"/>
            <a:ext cx="7616952"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400"/>
              <a:buFont typeface="Twentieth Century"/>
              <a:buNone/>
            </a:pPr>
            <a:r>
              <a:rPr lang="en-US"/>
              <a:t>Demo of 30% of Work</a:t>
            </a:r>
            <a:endParaRPr/>
          </a:p>
        </p:txBody>
      </p:sp>
      <p:sp>
        <p:nvSpPr>
          <p:cNvPr id="229" name="Google Shape;229;p11"/>
          <p:cNvSpPr txBox="1"/>
          <p:nvPr>
            <p:ph idx="1" type="body"/>
          </p:nvPr>
        </p:nvSpPr>
        <p:spPr>
          <a:xfrm>
            <a:off x="612648" y="1905000"/>
            <a:ext cx="8153400" cy="4495800"/>
          </a:xfrm>
          <a:prstGeom prst="rect">
            <a:avLst/>
          </a:prstGeom>
          <a:noFill/>
          <a:ln>
            <a:noFill/>
          </a:ln>
        </p:spPr>
        <p:txBody>
          <a:bodyPr anchorCtr="0" anchor="t" bIns="45700" lIns="91425" spcFirstLastPara="1" rIns="91425" wrap="square" tIns="45700">
            <a:noAutofit/>
          </a:bodyPr>
          <a:lstStyle/>
          <a:p>
            <a:pPr indent="-209550" lvl="0" marL="320040" rtl="0" algn="l">
              <a:spcBef>
                <a:spcPts val="0"/>
              </a:spcBef>
              <a:spcAft>
                <a:spcPts val="0"/>
              </a:spcAft>
              <a:buClr>
                <a:schemeClr val="dk1"/>
              </a:buClr>
              <a:buSzPts val="1100"/>
              <a:buFont typeface="Arial"/>
              <a:buNone/>
            </a:pPr>
            <a:r>
              <a:rPr b="1" lang="en-US" sz="1800">
                <a:latin typeface="Arial"/>
                <a:ea typeface="Arial"/>
                <a:cs typeface="Arial"/>
                <a:sym typeface="Arial"/>
              </a:rPr>
              <a:t>Project Setup Completed</a:t>
            </a:r>
            <a:endParaRPr b="1" sz="1800">
              <a:latin typeface="Arial"/>
              <a:ea typeface="Arial"/>
              <a:cs typeface="Arial"/>
              <a:sym typeface="Arial"/>
            </a:endParaRPr>
          </a:p>
          <a:p>
            <a:pPr indent="-342900" lvl="0" marL="457200" rtl="0" algn="l">
              <a:lnSpc>
                <a:spcPct val="115000"/>
              </a:lnSpc>
              <a:spcBef>
                <a:spcPts val="1200"/>
              </a:spcBef>
              <a:spcAft>
                <a:spcPts val="0"/>
              </a:spcAft>
              <a:buClr>
                <a:schemeClr val="dk1"/>
              </a:buClr>
              <a:buSzPts val="1800"/>
              <a:buFont typeface="Arial"/>
              <a:buChar char="●"/>
            </a:pPr>
            <a:r>
              <a:rPr lang="en-US" sz="1800">
                <a:latin typeface="Arial"/>
                <a:ea typeface="Arial"/>
                <a:cs typeface="Arial"/>
                <a:sym typeface="Arial"/>
              </a:rPr>
              <a:t>Problem definition and methodology finalized</a:t>
            </a:r>
            <a:endParaRPr sz="18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800">
                <a:latin typeface="Arial"/>
                <a:ea typeface="Arial"/>
                <a:cs typeface="Arial"/>
                <a:sym typeface="Arial"/>
              </a:rPr>
              <a:t>Data Pipeline Established</a:t>
            </a:r>
            <a:endParaRPr b="1" sz="1800">
              <a:latin typeface="Arial"/>
              <a:ea typeface="Arial"/>
              <a:cs typeface="Arial"/>
              <a:sym typeface="Arial"/>
            </a:endParaRPr>
          </a:p>
          <a:p>
            <a:pPr indent="-342900" lvl="0" marL="457200" rtl="0" algn="l">
              <a:lnSpc>
                <a:spcPct val="115000"/>
              </a:lnSpc>
              <a:spcBef>
                <a:spcPts val="1200"/>
              </a:spcBef>
              <a:spcAft>
                <a:spcPts val="0"/>
              </a:spcAft>
              <a:buClr>
                <a:schemeClr val="dk1"/>
              </a:buClr>
              <a:buSzPts val="1800"/>
              <a:buFont typeface="Arial"/>
              <a:buChar char="●"/>
            </a:pPr>
            <a:r>
              <a:rPr lang="en-US" sz="1800">
                <a:latin typeface="Arial"/>
                <a:ea typeface="Arial"/>
                <a:cs typeface="Arial"/>
                <a:sym typeface="Arial"/>
              </a:rPr>
              <a:t>Data collection and integration completed</a:t>
            </a:r>
            <a:endParaRPr sz="1800">
              <a:latin typeface="Arial"/>
              <a:ea typeface="Arial"/>
              <a:cs typeface="Arial"/>
              <a:sym typeface="Arial"/>
            </a:endParaRPr>
          </a:p>
          <a:p>
            <a:pPr indent="-342900" lvl="0" marL="457200" rtl="0" algn="l">
              <a:lnSpc>
                <a:spcPct val="115000"/>
              </a:lnSpc>
              <a:spcBef>
                <a:spcPts val="0"/>
              </a:spcBef>
              <a:spcAft>
                <a:spcPts val="0"/>
              </a:spcAft>
              <a:buClr>
                <a:schemeClr val="dk1"/>
              </a:buClr>
              <a:buSzPts val="1800"/>
              <a:buFont typeface="Arial"/>
              <a:buChar char="●"/>
            </a:pPr>
            <a:r>
              <a:rPr lang="en-US" sz="1800">
                <a:latin typeface="Arial"/>
                <a:ea typeface="Arial"/>
                <a:cs typeface="Arial"/>
                <a:sym typeface="Arial"/>
              </a:rPr>
              <a:t>Data preprocessing (cleaning, normalization, handling missing values)</a:t>
            </a:r>
            <a:endParaRPr sz="1800">
              <a:latin typeface="Arial"/>
              <a:ea typeface="Arial"/>
              <a:cs typeface="Arial"/>
              <a:sym typeface="Arial"/>
            </a:endParaRPr>
          </a:p>
          <a:p>
            <a:pPr indent="-342900" lvl="0" marL="457200" rtl="0" algn="l">
              <a:lnSpc>
                <a:spcPct val="115000"/>
              </a:lnSpc>
              <a:spcBef>
                <a:spcPts val="0"/>
              </a:spcBef>
              <a:spcAft>
                <a:spcPts val="0"/>
              </a:spcAft>
              <a:buClr>
                <a:schemeClr val="dk1"/>
              </a:buClr>
              <a:buSzPts val="1800"/>
              <a:buFont typeface="Arial"/>
              <a:buChar char="●"/>
            </a:pPr>
            <a:r>
              <a:rPr lang="en-US" sz="1800">
                <a:latin typeface="Arial"/>
                <a:ea typeface="Arial"/>
                <a:cs typeface="Arial"/>
                <a:sym typeface="Arial"/>
              </a:rPr>
              <a:t>Final dataset created and split for training/validation</a:t>
            </a:r>
            <a:endParaRPr sz="18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800">
                <a:latin typeface="Arial"/>
                <a:ea typeface="Arial"/>
                <a:cs typeface="Arial"/>
                <a:sym typeface="Arial"/>
              </a:rPr>
              <a:t>Feature Engineering</a:t>
            </a:r>
            <a:endParaRPr b="1" sz="1800">
              <a:latin typeface="Arial"/>
              <a:ea typeface="Arial"/>
              <a:cs typeface="Arial"/>
              <a:sym typeface="Arial"/>
            </a:endParaRPr>
          </a:p>
          <a:p>
            <a:pPr indent="-342900" lvl="0" marL="457200" rtl="0" algn="l">
              <a:lnSpc>
                <a:spcPct val="115000"/>
              </a:lnSpc>
              <a:spcBef>
                <a:spcPts val="1200"/>
              </a:spcBef>
              <a:spcAft>
                <a:spcPts val="0"/>
              </a:spcAft>
              <a:buClr>
                <a:schemeClr val="dk1"/>
              </a:buClr>
              <a:buSzPts val="1800"/>
              <a:buFont typeface="Arial"/>
              <a:buChar char="●"/>
            </a:pPr>
            <a:r>
              <a:rPr lang="en-US" sz="1800">
                <a:latin typeface="Arial"/>
                <a:ea typeface="Arial"/>
                <a:cs typeface="Arial"/>
                <a:sym typeface="Arial"/>
              </a:rPr>
              <a:t>Relevant features extracted and transformed</a:t>
            </a:r>
            <a:endParaRPr sz="1800">
              <a:latin typeface="Arial"/>
              <a:ea typeface="Arial"/>
              <a:cs typeface="Arial"/>
              <a:sym typeface="Arial"/>
            </a:endParaRPr>
          </a:p>
          <a:p>
            <a:pPr indent="-342900" lvl="0" marL="457200" rtl="0" algn="l">
              <a:lnSpc>
                <a:spcPct val="115000"/>
              </a:lnSpc>
              <a:spcBef>
                <a:spcPts val="0"/>
              </a:spcBef>
              <a:spcAft>
                <a:spcPts val="0"/>
              </a:spcAft>
              <a:buClr>
                <a:schemeClr val="dk1"/>
              </a:buClr>
              <a:buSzPts val="1800"/>
              <a:buFont typeface="Arial"/>
              <a:buChar char="●"/>
            </a:pPr>
            <a:r>
              <a:rPr lang="en-US" sz="1800">
                <a:latin typeface="Arial"/>
                <a:ea typeface="Arial"/>
                <a:cs typeface="Arial"/>
                <a:sym typeface="Arial"/>
              </a:rPr>
              <a:t>Dataset optimized for sequential modeling</a:t>
            </a:r>
            <a:endParaRPr sz="1800">
              <a:latin typeface="Arial"/>
              <a:ea typeface="Arial"/>
              <a:cs typeface="Arial"/>
              <a:sym typeface="Arial"/>
            </a:endParaRPr>
          </a:p>
          <a:p>
            <a:pPr indent="-342900" lvl="0" marL="457200" rtl="0" algn="l">
              <a:lnSpc>
                <a:spcPct val="115000"/>
              </a:lnSpc>
              <a:spcBef>
                <a:spcPts val="0"/>
              </a:spcBef>
              <a:spcAft>
                <a:spcPts val="0"/>
              </a:spcAft>
              <a:buClr>
                <a:schemeClr val="dk1"/>
              </a:buClr>
              <a:buSzPts val="1800"/>
              <a:buFont typeface="Arial"/>
              <a:buChar char="●"/>
            </a:pPr>
            <a:r>
              <a:rPr lang="en-US" sz="1800">
                <a:latin typeface="Arial"/>
                <a:ea typeface="Arial"/>
                <a:cs typeface="Arial"/>
                <a:sym typeface="Arial"/>
              </a:rPr>
              <a:t>Ready to proceed with model evaluation, tuning, and comparison</a:t>
            </a:r>
            <a:endParaRPr sz="1800">
              <a:latin typeface="Arial"/>
              <a:ea typeface="Arial"/>
              <a:cs typeface="Arial"/>
              <a:sym typeface="Arial"/>
            </a:endParaRPr>
          </a:p>
          <a:p>
            <a:pPr indent="-209550" lvl="0" marL="320040" rtl="0" algn="l">
              <a:spcBef>
                <a:spcPts val="1200"/>
              </a:spcBef>
              <a:spcAft>
                <a:spcPts val="0"/>
              </a:spcAft>
              <a:buClr>
                <a:srgbClr val="008000"/>
              </a:buClr>
              <a:buSzPts val="1740"/>
              <a:buNone/>
            </a:pPr>
            <a:r>
              <a:t/>
            </a:r>
            <a:endParaRPr sz="1800">
              <a:latin typeface="Arial"/>
              <a:ea typeface="Arial"/>
              <a:cs typeface="Arial"/>
              <a:sym typeface="Arial"/>
            </a:endParaRPr>
          </a:p>
        </p:txBody>
      </p:sp>
      <p:sp>
        <p:nvSpPr>
          <p:cNvPr id="230" name="Google Shape;230;p11"/>
          <p:cNvSpPr txBox="1"/>
          <p:nvPr>
            <p:ph idx="11" type="ftr"/>
          </p:nvPr>
        </p:nvSpPr>
        <p:spPr>
          <a:xfrm>
            <a:off x="609601" y="6400800"/>
            <a:ext cx="5410200" cy="288925"/>
          </a:xfrm>
          <a:prstGeom prst="rect">
            <a:avLst/>
          </a:prstGeom>
          <a:solidFill>
            <a:srgbClr val="F86308"/>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AI Driven Stock Market Prediction Using Sentiment Analysis</a:t>
            </a:r>
            <a:endParaRPr/>
          </a:p>
        </p:txBody>
      </p:sp>
      <p:sp>
        <p:nvSpPr>
          <p:cNvPr id="231" name="Google Shape;231;p11"/>
          <p:cNvSpPr txBox="1"/>
          <p:nvPr>
            <p:ph idx="12" type="sldNum"/>
          </p:nvPr>
        </p:nvSpPr>
        <p:spPr>
          <a:xfrm>
            <a:off x="0" y="1279524"/>
            <a:ext cx="533400" cy="244476"/>
          </a:xfrm>
          <a:prstGeom prst="rect">
            <a:avLst/>
          </a:prstGeom>
          <a:solidFill>
            <a:srgbClr val="008000"/>
          </a:solidFill>
          <a:ln>
            <a:noFill/>
          </a:ln>
        </p:spPr>
        <p:txBody>
          <a:bodyPr anchorCtr="0" anchor="ctr" bIns="45700" lIns="91425" spcFirstLastPara="1" rIns="91425" wrap="square" tIns="45700">
            <a:normAutofit fontScale="62500" lnSpcReduction="20000"/>
          </a:bodyPr>
          <a:lstStyle/>
          <a:p>
            <a:pPr indent="0" lvl="0" marL="0" rtl="0" algn="ctr">
              <a:spcBef>
                <a:spcPts val="0"/>
              </a:spcBef>
              <a:spcAft>
                <a:spcPts val="0"/>
              </a:spcAft>
              <a:buNone/>
            </a:pPr>
            <a:fld id="{00000000-1234-1234-1234-123412341234}" type="slidenum">
              <a:rPr lang="en-US"/>
              <a:t>‹#›</a:t>
            </a:fld>
            <a:endParaRPr/>
          </a:p>
        </p:txBody>
      </p:sp>
      <p:sp>
        <p:nvSpPr>
          <p:cNvPr id="232" name="Google Shape;232;p11"/>
          <p:cNvSpPr txBox="1"/>
          <p:nvPr>
            <p:ph idx="10" type="dt"/>
          </p:nvPr>
        </p:nvSpPr>
        <p:spPr>
          <a:xfrm>
            <a:off x="6248400" y="6400800"/>
            <a:ext cx="2514600" cy="304800"/>
          </a:xfrm>
          <a:prstGeom prst="rect">
            <a:avLst/>
          </a:prstGeom>
          <a:solidFill>
            <a:srgbClr val="008000"/>
          </a:solid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CS-FYP    Hamdard University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g3b356a905a8_0_64"/>
          <p:cNvSpPr txBox="1"/>
          <p:nvPr>
            <p:ph type="title"/>
          </p:nvPr>
        </p:nvSpPr>
        <p:spPr>
          <a:xfrm>
            <a:off x="612648" y="228600"/>
            <a:ext cx="7617000"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400"/>
              <a:buFont typeface="Twentieth Century"/>
              <a:buNone/>
            </a:pPr>
            <a:r>
              <a:rPr lang="en-US"/>
              <a:t>Demo of 30% of Work</a:t>
            </a:r>
            <a:endParaRPr/>
          </a:p>
        </p:txBody>
      </p:sp>
      <p:sp>
        <p:nvSpPr>
          <p:cNvPr id="238" name="Google Shape;238;g3b356a905a8_0_64"/>
          <p:cNvSpPr txBox="1"/>
          <p:nvPr>
            <p:ph idx="1" type="body"/>
          </p:nvPr>
        </p:nvSpPr>
        <p:spPr>
          <a:xfrm>
            <a:off x="612648" y="1600200"/>
            <a:ext cx="8153400" cy="44958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b="1" lang="en-US" sz="1800">
                <a:latin typeface="Arial"/>
                <a:ea typeface="Arial"/>
                <a:cs typeface="Arial"/>
                <a:sym typeface="Arial"/>
              </a:rPr>
              <a:t>Model Development (Initial Phase)</a:t>
            </a:r>
            <a:endParaRPr b="1" sz="1800">
              <a:latin typeface="Arial"/>
              <a:ea typeface="Arial"/>
              <a:cs typeface="Arial"/>
              <a:sym typeface="Arial"/>
            </a:endParaRPr>
          </a:p>
          <a:p>
            <a:pPr indent="-342900" lvl="0" marL="457200" rtl="0" algn="l">
              <a:lnSpc>
                <a:spcPct val="115000"/>
              </a:lnSpc>
              <a:spcBef>
                <a:spcPts val="1200"/>
              </a:spcBef>
              <a:spcAft>
                <a:spcPts val="0"/>
              </a:spcAft>
              <a:buClr>
                <a:schemeClr val="dk1"/>
              </a:buClr>
              <a:buSzPts val="1800"/>
              <a:buFont typeface="Arial"/>
              <a:buChar char="●"/>
            </a:pPr>
            <a:r>
              <a:rPr lang="en-US" sz="1800">
                <a:latin typeface="Arial"/>
                <a:ea typeface="Arial"/>
                <a:cs typeface="Arial"/>
                <a:sym typeface="Arial"/>
              </a:rPr>
              <a:t>Bi-directional LSTM model selected and implemented</a:t>
            </a:r>
            <a:endParaRPr sz="1800">
              <a:latin typeface="Arial"/>
              <a:ea typeface="Arial"/>
              <a:cs typeface="Arial"/>
              <a:sym typeface="Arial"/>
            </a:endParaRPr>
          </a:p>
          <a:p>
            <a:pPr indent="-342900" lvl="0" marL="457200" rtl="0" algn="l">
              <a:lnSpc>
                <a:spcPct val="115000"/>
              </a:lnSpc>
              <a:spcBef>
                <a:spcPts val="0"/>
              </a:spcBef>
              <a:spcAft>
                <a:spcPts val="0"/>
              </a:spcAft>
              <a:buClr>
                <a:schemeClr val="dk1"/>
              </a:buClr>
              <a:buSzPts val="1800"/>
              <a:buFont typeface="Arial"/>
              <a:buChar char="●"/>
            </a:pPr>
            <a:r>
              <a:rPr lang="en-US" sz="1800">
                <a:latin typeface="Arial"/>
                <a:ea typeface="Arial"/>
                <a:cs typeface="Arial"/>
                <a:sym typeface="Arial"/>
              </a:rPr>
              <a:t>Initial model training completed with stable convergence</a:t>
            </a:r>
            <a:endParaRPr sz="18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800">
                <a:latin typeface="Arial"/>
                <a:ea typeface="Arial"/>
                <a:cs typeface="Arial"/>
                <a:sym typeface="Arial"/>
              </a:rPr>
              <a:t>Current Status</a:t>
            </a:r>
            <a:endParaRPr b="1" sz="1800">
              <a:latin typeface="Arial"/>
              <a:ea typeface="Arial"/>
              <a:cs typeface="Arial"/>
              <a:sym typeface="Arial"/>
            </a:endParaRPr>
          </a:p>
          <a:p>
            <a:pPr indent="-342900" lvl="0" marL="457200" rtl="0" algn="l">
              <a:lnSpc>
                <a:spcPct val="115000"/>
              </a:lnSpc>
              <a:spcBef>
                <a:spcPts val="1200"/>
              </a:spcBef>
              <a:spcAft>
                <a:spcPts val="0"/>
              </a:spcAft>
              <a:buClr>
                <a:schemeClr val="dk1"/>
              </a:buClr>
              <a:buSzPts val="1800"/>
              <a:buFont typeface="Arial"/>
              <a:buChar char="●"/>
            </a:pPr>
            <a:r>
              <a:rPr lang="en-US" sz="1800">
                <a:latin typeface="Arial"/>
                <a:ea typeface="Arial"/>
                <a:cs typeface="Arial"/>
                <a:sym typeface="Arial"/>
              </a:rPr>
              <a:t>Core data and modeling foundation completed</a:t>
            </a:r>
            <a:endParaRPr sz="1800">
              <a:latin typeface="Arial"/>
              <a:ea typeface="Arial"/>
              <a:cs typeface="Arial"/>
              <a:sym typeface="Arial"/>
            </a:endParaRPr>
          </a:p>
          <a:p>
            <a:pPr indent="-342900" lvl="0" marL="457200" rtl="0" algn="l">
              <a:lnSpc>
                <a:spcPct val="115000"/>
              </a:lnSpc>
              <a:spcBef>
                <a:spcPts val="0"/>
              </a:spcBef>
              <a:spcAft>
                <a:spcPts val="0"/>
              </a:spcAft>
              <a:buClr>
                <a:schemeClr val="dk1"/>
              </a:buClr>
              <a:buSzPts val="1800"/>
              <a:buFont typeface="Arial"/>
              <a:buChar char="●"/>
            </a:pPr>
            <a:r>
              <a:rPr lang="en-US" sz="1800">
                <a:latin typeface="Arial"/>
                <a:ea typeface="Arial"/>
                <a:cs typeface="Arial"/>
                <a:sym typeface="Arial"/>
              </a:rPr>
              <a:t>Ready to proceed with model evaluation, tuning, and comparison</a:t>
            </a:r>
            <a:endParaRPr sz="1800">
              <a:latin typeface="Arial"/>
              <a:ea typeface="Arial"/>
              <a:cs typeface="Arial"/>
              <a:sym typeface="Arial"/>
            </a:endParaRPr>
          </a:p>
          <a:p>
            <a:pPr indent="-209550" lvl="0" marL="320040" rtl="0" algn="l">
              <a:spcBef>
                <a:spcPts val="1200"/>
              </a:spcBef>
              <a:spcAft>
                <a:spcPts val="0"/>
              </a:spcAft>
              <a:buClr>
                <a:srgbClr val="008000"/>
              </a:buClr>
              <a:buSzPts val="1740"/>
              <a:buNone/>
            </a:pPr>
            <a:r>
              <a:t/>
            </a:r>
            <a:endParaRPr b="1" sz="1800">
              <a:latin typeface="Arial"/>
              <a:ea typeface="Arial"/>
              <a:cs typeface="Arial"/>
              <a:sym typeface="Arial"/>
            </a:endParaRPr>
          </a:p>
        </p:txBody>
      </p:sp>
      <p:sp>
        <p:nvSpPr>
          <p:cNvPr id="239" name="Google Shape;239;g3b356a905a8_0_64"/>
          <p:cNvSpPr txBox="1"/>
          <p:nvPr>
            <p:ph idx="11" type="ftr"/>
          </p:nvPr>
        </p:nvSpPr>
        <p:spPr>
          <a:xfrm>
            <a:off x="609601" y="6400800"/>
            <a:ext cx="5410200" cy="288900"/>
          </a:xfrm>
          <a:prstGeom prst="rect">
            <a:avLst/>
          </a:prstGeom>
          <a:solidFill>
            <a:srgbClr val="F86308"/>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AI Driven Stock Market Prediction Using Sentiment Analysis</a:t>
            </a:r>
            <a:endParaRPr/>
          </a:p>
        </p:txBody>
      </p:sp>
      <p:sp>
        <p:nvSpPr>
          <p:cNvPr id="240" name="Google Shape;240;g3b356a905a8_0_64"/>
          <p:cNvSpPr txBox="1"/>
          <p:nvPr>
            <p:ph idx="12" type="sldNum"/>
          </p:nvPr>
        </p:nvSpPr>
        <p:spPr>
          <a:xfrm>
            <a:off x="0" y="1279524"/>
            <a:ext cx="533400" cy="244500"/>
          </a:xfrm>
          <a:prstGeom prst="rect">
            <a:avLst/>
          </a:prstGeom>
          <a:solidFill>
            <a:srgbClr val="008000"/>
          </a:solidFill>
          <a:ln>
            <a:noFill/>
          </a:ln>
        </p:spPr>
        <p:txBody>
          <a:bodyPr anchorCtr="0" anchor="ctr" bIns="45700" lIns="91425" spcFirstLastPara="1" rIns="91425" wrap="square" tIns="45700">
            <a:normAutofit fontScale="62500" lnSpcReduction="20000"/>
          </a:bodyPr>
          <a:lstStyle/>
          <a:p>
            <a:pPr indent="0" lvl="0" marL="0" rtl="0" algn="ctr">
              <a:spcBef>
                <a:spcPts val="0"/>
              </a:spcBef>
              <a:spcAft>
                <a:spcPts val="0"/>
              </a:spcAft>
              <a:buNone/>
            </a:pPr>
            <a:fld id="{00000000-1234-1234-1234-123412341234}" type="slidenum">
              <a:rPr lang="en-US"/>
              <a:t>‹#›</a:t>
            </a:fld>
            <a:endParaRPr/>
          </a:p>
        </p:txBody>
      </p:sp>
      <p:sp>
        <p:nvSpPr>
          <p:cNvPr id="241" name="Google Shape;241;g3b356a905a8_0_64"/>
          <p:cNvSpPr txBox="1"/>
          <p:nvPr>
            <p:ph idx="10" type="dt"/>
          </p:nvPr>
        </p:nvSpPr>
        <p:spPr>
          <a:xfrm>
            <a:off x="6248400" y="6400800"/>
            <a:ext cx="2514600" cy="304800"/>
          </a:xfrm>
          <a:prstGeom prst="rect">
            <a:avLst/>
          </a:prstGeom>
          <a:solidFill>
            <a:srgbClr val="008000"/>
          </a:solid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CS-FYP    Hamdard University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12"/>
          <p:cNvSpPr txBox="1"/>
          <p:nvPr>
            <p:ph type="title"/>
          </p:nvPr>
        </p:nvSpPr>
        <p:spPr>
          <a:xfrm>
            <a:off x="612648" y="228600"/>
            <a:ext cx="7616952"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400"/>
              <a:buFont typeface="Twentieth Century"/>
              <a:buNone/>
            </a:pPr>
            <a:r>
              <a:rPr lang="en-US"/>
              <a:t>Reference </a:t>
            </a:r>
            <a:endParaRPr/>
          </a:p>
        </p:txBody>
      </p:sp>
      <p:sp>
        <p:nvSpPr>
          <p:cNvPr id="247" name="Google Shape;247;p12"/>
          <p:cNvSpPr txBox="1"/>
          <p:nvPr>
            <p:ph idx="1" type="body"/>
          </p:nvPr>
        </p:nvSpPr>
        <p:spPr>
          <a:xfrm>
            <a:off x="612648" y="1600200"/>
            <a:ext cx="8153400" cy="4495800"/>
          </a:xfrm>
          <a:prstGeom prst="rect">
            <a:avLst/>
          </a:prstGeom>
          <a:noFill/>
          <a:ln>
            <a:noFill/>
          </a:ln>
        </p:spPr>
        <p:txBody>
          <a:bodyPr anchorCtr="0" anchor="t" bIns="45700" lIns="91425" spcFirstLastPara="1" rIns="91425" wrap="square" tIns="45700">
            <a:normAutofit fontScale="55000" lnSpcReduction="20000"/>
          </a:bodyPr>
          <a:lstStyle/>
          <a:p>
            <a:pPr indent="0" lvl="0" marL="0" rtl="0" algn="l">
              <a:lnSpc>
                <a:spcPct val="115000"/>
              </a:lnSpc>
              <a:spcBef>
                <a:spcPts val="700"/>
              </a:spcBef>
              <a:spcAft>
                <a:spcPts val="0"/>
              </a:spcAft>
              <a:buClr>
                <a:schemeClr val="dk1"/>
              </a:buClr>
              <a:buSzPct val="115789"/>
              <a:buFont typeface="Arial"/>
              <a:buNone/>
            </a:pPr>
            <a:r>
              <a:rPr lang="en-US" sz="950">
                <a:solidFill>
                  <a:srgbClr val="008000"/>
                </a:solidFill>
                <a:latin typeface="Arial"/>
                <a:ea typeface="Arial"/>
                <a:cs typeface="Arial"/>
                <a:sym typeface="Arial"/>
              </a:rPr>
              <a:t>•</a:t>
            </a:r>
            <a:r>
              <a:rPr lang="en-US" sz="2550">
                <a:latin typeface="Arial"/>
                <a:ea typeface="Arial"/>
                <a:cs typeface="Arial"/>
                <a:sym typeface="Arial"/>
              </a:rPr>
              <a:t>Araci, D. (2019). FinBERT: Financial Sentiment Analysis with Pre-trained Language Models. </a:t>
            </a:r>
            <a:r>
              <a:rPr i="1" lang="en-US" sz="2550">
                <a:latin typeface="Arial"/>
                <a:ea typeface="Arial"/>
                <a:cs typeface="Arial"/>
                <a:sym typeface="Arial"/>
              </a:rPr>
              <a:t>arXiv preprint</a:t>
            </a:r>
            <a:r>
              <a:rPr lang="en-US" sz="2550">
                <a:latin typeface="Arial"/>
                <a:ea typeface="Arial"/>
                <a:cs typeface="Arial"/>
                <a:sym typeface="Arial"/>
              </a:rPr>
              <a:t> arXiv:1908.10063.</a:t>
            </a:r>
            <a:endParaRPr sz="2550">
              <a:latin typeface="Arial"/>
              <a:ea typeface="Arial"/>
              <a:cs typeface="Arial"/>
              <a:sym typeface="Arial"/>
            </a:endParaRPr>
          </a:p>
          <a:p>
            <a:pPr indent="0" lvl="0" marL="0" rtl="0" algn="l">
              <a:lnSpc>
                <a:spcPct val="115000"/>
              </a:lnSpc>
              <a:spcBef>
                <a:spcPts val="700"/>
              </a:spcBef>
              <a:spcAft>
                <a:spcPts val="0"/>
              </a:spcAft>
              <a:buClr>
                <a:schemeClr val="dk1"/>
              </a:buClr>
              <a:buSzPct val="43137"/>
              <a:buFont typeface="Arial"/>
              <a:buNone/>
            </a:pPr>
            <a:r>
              <a:rPr lang="en-US" sz="2550">
                <a:latin typeface="Arial"/>
                <a:ea typeface="Arial"/>
                <a:cs typeface="Arial"/>
                <a:sym typeface="Arial"/>
              </a:rPr>
              <a:t>•Chopra, R., &amp; Sharma, G. D. (2021). Application of Artificial Intelligence in Stock Market Forecasting. </a:t>
            </a:r>
            <a:r>
              <a:rPr i="1" lang="en-US" sz="2550">
                <a:latin typeface="Arial"/>
                <a:ea typeface="Arial"/>
                <a:cs typeface="Arial"/>
                <a:sym typeface="Arial"/>
              </a:rPr>
              <a:t>Journal of Risk and Financial Management</a:t>
            </a:r>
            <a:r>
              <a:rPr lang="en-US" sz="2550">
                <a:latin typeface="Arial"/>
                <a:ea typeface="Arial"/>
                <a:cs typeface="Arial"/>
                <a:sym typeface="Arial"/>
              </a:rPr>
              <a:t>, 14(2), 45.</a:t>
            </a:r>
            <a:endParaRPr sz="2550">
              <a:latin typeface="Arial"/>
              <a:ea typeface="Arial"/>
              <a:cs typeface="Arial"/>
              <a:sym typeface="Arial"/>
            </a:endParaRPr>
          </a:p>
          <a:p>
            <a:pPr indent="0" lvl="0" marL="0" rtl="0" algn="l">
              <a:lnSpc>
                <a:spcPct val="115000"/>
              </a:lnSpc>
              <a:spcBef>
                <a:spcPts val="700"/>
              </a:spcBef>
              <a:spcAft>
                <a:spcPts val="0"/>
              </a:spcAft>
              <a:buClr>
                <a:schemeClr val="dk1"/>
              </a:buClr>
              <a:buSzPct val="43137"/>
              <a:buFont typeface="Arial"/>
              <a:buNone/>
            </a:pPr>
            <a:r>
              <a:rPr lang="en-US" sz="2550">
                <a:latin typeface="Arial"/>
                <a:ea typeface="Arial"/>
                <a:cs typeface="Arial"/>
                <a:sym typeface="Arial"/>
              </a:rPr>
              <a:t>•Deveikyte, V., et al. (2022). Sentiment Analysis in Financial Markets: A Review. </a:t>
            </a:r>
            <a:r>
              <a:rPr i="1" lang="en-US" sz="2550">
                <a:latin typeface="Arial"/>
                <a:ea typeface="Arial"/>
                <a:cs typeface="Arial"/>
                <a:sym typeface="Arial"/>
              </a:rPr>
              <a:t>Journal of Financial Data Science</a:t>
            </a:r>
            <a:r>
              <a:rPr lang="en-US" sz="2550">
                <a:latin typeface="Arial"/>
                <a:ea typeface="Arial"/>
                <a:cs typeface="Arial"/>
                <a:sym typeface="Arial"/>
              </a:rPr>
              <a:t>.</a:t>
            </a:r>
            <a:endParaRPr sz="2550">
              <a:latin typeface="Arial"/>
              <a:ea typeface="Arial"/>
              <a:cs typeface="Arial"/>
              <a:sym typeface="Arial"/>
            </a:endParaRPr>
          </a:p>
          <a:p>
            <a:pPr indent="0" lvl="0" marL="0" rtl="0" algn="l">
              <a:lnSpc>
                <a:spcPct val="115000"/>
              </a:lnSpc>
              <a:spcBef>
                <a:spcPts val="700"/>
              </a:spcBef>
              <a:spcAft>
                <a:spcPts val="0"/>
              </a:spcAft>
              <a:buClr>
                <a:schemeClr val="dk1"/>
              </a:buClr>
              <a:buSzPct val="43137"/>
              <a:buFont typeface="Arial"/>
              <a:buNone/>
            </a:pPr>
            <a:r>
              <a:rPr lang="en-US" sz="2550">
                <a:latin typeface="Arial"/>
                <a:ea typeface="Arial"/>
                <a:cs typeface="Arial"/>
                <a:sym typeface="Arial"/>
              </a:rPr>
              <a:t>•Fischer, T., &amp; Krauss, C. (2018). Deep learning with long short-term memory networks for financial market predictions. </a:t>
            </a:r>
            <a:r>
              <a:rPr i="1" lang="en-US" sz="2550">
                <a:latin typeface="Arial"/>
                <a:ea typeface="Arial"/>
                <a:cs typeface="Arial"/>
                <a:sym typeface="Arial"/>
              </a:rPr>
              <a:t>European Journal of Operational Research</a:t>
            </a:r>
            <a:r>
              <a:rPr lang="en-US" sz="2550">
                <a:latin typeface="Arial"/>
                <a:ea typeface="Arial"/>
                <a:cs typeface="Arial"/>
                <a:sym typeface="Arial"/>
              </a:rPr>
              <a:t>, 270(2), 654–669. </a:t>
            </a:r>
            <a:r>
              <a:rPr lang="en-US" sz="2550" u="sng">
                <a:latin typeface="Arial"/>
                <a:ea typeface="Arial"/>
                <a:cs typeface="Arial"/>
                <a:sym typeface="Arial"/>
                <a:hlinkClick r:id="rId3"/>
              </a:rPr>
              <a:t>https://doi.org/10.1016/j.ejor.2017.11.054</a:t>
            </a:r>
            <a:endParaRPr sz="2550" u="sng">
              <a:latin typeface="Arial"/>
              <a:ea typeface="Arial"/>
              <a:cs typeface="Arial"/>
              <a:sym typeface="Arial"/>
            </a:endParaRPr>
          </a:p>
          <a:p>
            <a:pPr indent="0" lvl="0" marL="0" rtl="0" algn="l">
              <a:lnSpc>
                <a:spcPct val="115000"/>
              </a:lnSpc>
              <a:spcBef>
                <a:spcPts val="700"/>
              </a:spcBef>
              <a:spcAft>
                <a:spcPts val="0"/>
              </a:spcAft>
              <a:buClr>
                <a:schemeClr val="dk1"/>
              </a:buClr>
              <a:buSzPct val="43137"/>
              <a:buFont typeface="Arial"/>
              <a:buNone/>
            </a:pPr>
            <a:r>
              <a:rPr lang="en-US" sz="2550">
                <a:latin typeface="Arial"/>
                <a:ea typeface="Arial"/>
                <a:cs typeface="Arial"/>
                <a:sym typeface="Arial"/>
              </a:rPr>
              <a:t>•Haroon, O., et al. (2023). Localized sentiment analysis for emerging stock markets. </a:t>
            </a:r>
            <a:r>
              <a:rPr i="1" lang="en-US" sz="2550">
                <a:latin typeface="Arial"/>
                <a:ea typeface="Arial"/>
                <a:cs typeface="Arial"/>
                <a:sym typeface="Arial"/>
              </a:rPr>
              <a:t>Emerging Markets Journal</a:t>
            </a:r>
            <a:r>
              <a:rPr lang="en-US" sz="2550">
                <a:latin typeface="Arial"/>
                <a:ea typeface="Arial"/>
                <a:cs typeface="Arial"/>
                <a:sym typeface="Arial"/>
              </a:rPr>
              <a:t>.</a:t>
            </a:r>
            <a:endParaRPr sz="2550">
              <a:latin typeface="Arial"/>
              <a:ea typeface="Arial"/>
              <a:cs typeface="Arial"/>
              <a:sym typeface="Arial"/>
            </a:endParaRPr>
          </a:p>
          <a:p>
            <a:pPr indent="0" lvl="0" marL="0" rtl="0" algn="l">
              <a:lnSpc>
                <a:spcPct val="115000"/>
              </a:lnSpc>
              <a:spcBef>
                <a:spcPts val="700"/>
              </a:spcBef>
              <a:spcAft>
                <a:spcPts val="0"/>
              </a:spcAft>
              <a:buClr>
                <a:schemeClr val="dk1"/>
              </a:buClr>
              <a:buSzPct val="43137"/>
              <a:buFont typeface="Arial"/>
              <a:buNone/>
            </a:pPr>
            <a:r>
              <a:rPr lang="en-US" sz="2550">
                <a:latin typeface="Arial"/>
                <a:ea typeface="Arial"/>
                <a:cs typeface="Arial"/>
                <a:sym typeface="Arial"/>
              </a:rPr>
              <a:t>•Highsmith, J. (2009). </a:t>
            </a:r>
            <a:r>
              <a:rPr i="1" lang="en-US" sz="2550">
                <a:latin typeface="Arial"/>
                <a:ea typeface="Arial"/>
                <a:cs typeface="Arial"/>
                <a:sym typeface="Arial"/>
              </a:rPr>
              <a:t>Agile Project Management: Creating Innovative Products</a:t>
            </a:r>
            <a:r>
              <a:rPr lang="en-US" sz="2550">
                <a:latin typeface="Arial"/>
                <a:ea typeface="Arial"/>
                <a:cs typeface="Arial"/>
                <a:sym typeface="Arial"/>
              </a:rPr>
              <a:t>. Addison-Wesley.</a:t>
            </a:r>
            <a:endParaRPr sz="2550">
              <a:latin typeface="Arial"/>
              <a:ea typeface="Arial"/>
              <a:cs typeface="Arial"/>
              <a:sym typeface="Arial"/>
            </a:endParaRPr>
          </a:p>
          <a:p>
            <a:pPr indent="0" lvl="0" marL="0" rtl="0" algn="l">
              <a:lnSpc>
                <a:spcPct val="115000"/>
              </a:lnSpc>
              <a:spcBef>
                <a:spcPts val="700"/>
              </a:spcBef>
              <a:spcAft>
                <a:spcPts val="0"/>
              </a:spcAft>
              <a:buClr>
                <a:schemeClr val="dk1"/>
              </a:buClr>
              <a:buSzPct val="43137"/>
              <a:buFont typeface="Arial"/>
              <a:buNone/>
            </a:pPr>
            <a:r>
              <a:rPr lang="en-US" sz="2550">
                <a:latin typeface="Arial"/>
                <a:ea typeface="Arial"/>
                <a:cs typeface="Arial"/>
                <a:sym typeface="Arial"/>
              </a:rPr>
              <a:t>•Hochreiter, S., &amp; Schmidhuber, J. (1997). Long short-term memory. </a:t>
            </a:r>
            <a:r>
              <a:rPr i="1" lang="en-US" sz="2550">
                <a:latin typeface="Arial"/>
                <a:ea typeface="Arial"/>
                <a:cs typeface="Arial"/>
                <a:sym typeface="Arial"/>
              </a:rPr>
              <a:t>Neural Computation</a:t>
            </a:r>
            <a:r>
              <a:rPr lang="en-US" sz="2550">
                <a:latin typeface="Arial"/>
                <a:ea typeface="Arial"/>
                <a:cs typeface="Arial"/>
                <a:sym typeface="Arial"/>
              </a:rPr>
              <a:t>, 9(8), 1735–1780.</a:t>
            </a:r>
            <a:endParaRPr sz="2550">
              <a:latin typeface="Arial"/>
              <a:ea typeface="Arial"/>
              <a:cs typeface="Arial"/>
              <a:sym typeface="Arial"/>
            </a:endParaRPr>
          </a:p>
          <a:p>
            <a:pPr indent="0" lvl="0" marL="0" rtl="0" algn="l">
              <a:lnSpc>
                <a:spcPct val="115000"/>
              </a:lnSpc>
              <a:spcBef>
                <a:spcPts val="700"/>
              </a:spcBef>
              <a:spcAft>
                <a:spcPts val="0"/>
              </a:spcAft>
              <a:buClr>
                <a:schemeClr val="dk1"/>
              </a:buClr>
              <a:buSzPct val="43137"/>
              <a:buFont typeface="Arial"/>
              <a:buNone/>
            </a:pPr>
            <a:r>
              <a:rPr lang="en-US" sz="2550">
                <a:latin typeface="Arial"/>
                <a:ea typeface="Arial"/>
                <a:cs typeface="Arial"/>
                <a:sym typeface="Arial"/>
              </a:rPr>
              <a:t>•Khan, M., Ahmed, S., &amp; Tariq, R. (2023). Challenges in stock price prediction on Pakistan Stock Exchange. </a:t>
            </a:r>
            <a:r>
              <a:rPr i="1" lang="en-US" sz="2550">
                <a:latin typeface="Arial"/>
                <a:ea typeface="Arial"/>
                <a:cs typeface="Arial"/>
                <a:sym typeface="Arial"/>
              </a:rPr>
              <a:t>Journal of Emerging Financial Markets</a:t>
            </a:r>
            <a:r>
              <a:rPr lang="en-US" sz="2550">
                <a:latin typeface="Arial"/>
                <a:ea typeface="Arial"/>
                <a:cs typeface="Arial"/>
                <a:sym typeface="Arial"/>
              </a:rPr>
              <a:t>, 12(2), 45–59.</a:t>
            </a:r>
            <a:endParaRPr sz="2550">
              <a:latin typeface="Arial"/>
              <a:ea typeface="Arial"/>
              <a:cs typeface="Arial"/>
              <a:sym typeface="Arial"/>
            </a:endParaRPr>
          </a:p>
          <a:p>
            <a:pPr indent="0" lvl="0" marL="0" rtl="0" algn="l">
              <a:lnSpc>
                <a:spcPct val="115000"/>
              </a:lnSpc>
              <a:spcBef>
                <a:spcPts val="700"/>
              </a:spcBef>
              <a:spcAft>
                <a:spcPts val="0"/>
              </a:spcAft>
              <a:buClr>
                <a:schemeClr val="dk1"/>
              </a:buClr>
              <a:buSzPct val="43137"/>
              <a:buFont typeface="Arial"/>
              <a:buNone/>
            </a:pPr>
            <a:r>
              <a:rPr lang="en-US" sz="2550">
                <a:latin typeface="Arial"/>
                <a:ea typeface="Arial"/>
                <a:cs typeface="Arial"/>
                <a:sym typeface="Arial"/>
              </a:rPr>
              <a:t>¨</a:t>
            </a:r>
            <a:endParaRPr sz="2550">
              <a:latin typeface="Arial"/>
              <a:ea typeface="Arial"/>
              <a:cs typeface="Arial"/>
              <a:sym typeface="Arial"/>
            </a:endParaRPr>
          </a:p>
          <a:p>
            <a:pPr indent="-209550" lvl="0" marL="320040" rtl="0" algn="l">
              <a:spcBef>
                <a:spcPts val="0"/>
              </a:spcBef>
              <a:spcAft>
                <a:spcPts val="0"/>
              </a:spcAft>
              <a:buClr>
                <a:srgbClr val="008000"/>
              </a:buClr>
              <a:buSzPct val="68235"/>
              <a:buNone/>
            </a:pPr>
            <a:r>
              <a:t/>
            </a:r>
            <a:endParaRPr b="1" sz="2550">
              <a:latin typeface="Arial"/>
              <a:ea typeface="Arial"/>
              <a:cs typeface="Arial"/>
              <a:sym typeface="Arial"/>
            </a:endParaRPr>
          </a:p>
        </p:txBody>
      </p:sp>
      <p:sp>
        <p:nvSpPr>
          <p:cNvPr id="248" name="Google Shape;248;p12"/>
          <p:cNvSpPr txBox="1"/>
          <p:nvPr>
            <p:ph idx="11" type="ftr"/>
          </p:nvPr>
        </p:nvSpPr>
        <p:spPr>
          <a:xfrm>
            <a:off x="609601" y="6400800"/>
            <a:ext cx="5410200" cy="288925"/>
          </a:xfrm>
          <a:prstGeom prst="rect">
            <a:avLst/>
          </a:prstGeom>
          <a:solidFill>
            <a:srgbClr val="F86308"/>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AI Driven Stock Market Prediction Using Sentiment Analysis</a:t>
            </a:r>
            <a:endParaRPr/>
          </a:p>
        </p:txBody>
      </p:sp>
      <p:sp>
        <p:nvSpPr>
          <p:cNvPr id="249" name="Google Shape;249;p12"/>
          <p:cNvSpPr txBox="1"/>
          <p:nvPr>
            <p:ph idx="12" type="sldNum"/>
          </p:nvPr>
        </p:nvSpPr>
        <p:spPr>
          <a:xfrm>
            <a:off x="0" y="1279524"/>
            <a:ext cx="533400" cy="244476"/>
          </a:xfrm>
          <a:prstGeom prst="rect">
            <a:avLst/>
          </a:prstGeom>
          <a:solidFill>
            <a:srgbClr val="008000"/>
          </a:solidFill>
          <a:ln>
            <a:noFill/>
          </a:ln>
        </p:spPr>
        <p:txBody>
          <a:bodyPr anchorCtr="0" anchor="ctr" bIns="45700" lIns="91425" spcFirstLastPara="1" rIns="91425" wrap="square" tIns="45700">
            <a:normAutofit fontScale="62500" lnSpcReduction="20000"/>
          </a:bodyPr>
          <a:lstStyle/>
          <a:p>
            <a:pPr indent="0" lvl="0" marL="0" rtl="0" algn="ctr">
              <a:spcBef>
                <a:spcPts val="0"/>
              </a:spcBef>
              <a:spcAft>
                <a:spcPts val="0"/>
              </a:spcAft>
              <a:buNone/>
            </a:pPr>
            <a:fld id="{00000000-1234-1234-1234-123412341234}" type="slidenum">
              <a:rPr lang="en-US"/>
              <a:t>‹#›</a:t>
            </a:fld>
            <a:endParaRPr/>
          </a:p>
        </p:txBody>
      </p:sp>
      <p:sp>
        <p:nvSpPr>
          <p:cNvPr id="250" name="Google Shape;250;p12"/>
          <p:cNvSpPr txBox="1"/>
          <p:nvPr>
            <p:ph idx="10" type="dt"/>
          </p:nvPr>
        </p:nvSpPr>
        <p:spPr>
          <a:xfrm>
            <a:off x="6248400" y="6400800"/>
            <a:ext cx="2514600" cy="304800"/>
          </a:xfrm>
          <a:prstGeom prst="rect">
            <a:avLst/>
          </a:prstGeom>
          <a:solidFill>
            <a:srgbClr val="008000"/>
          </a:solid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CS-FYP    Hamdard University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g3b356a905a8_0_54"/>
          <p:cNvSpPr txBox="1"/>
          <p:nvPr>
            <p:ph type="title"/>
          </p:nvPr>
        </p:nvSpPr>
        <p:spPr>
          <a:xfrm>
            <a:off x="612648" y="228600"/>
            <a:ext cx="7617000"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400"/>
              <a:buFont typeface="Twentieth Century"/>
              <a:buNone/>
            </a:pPr>
            <a:r>
              <a:rPr lang="en-US"/>
              <a:t>Reference </a:t>
            </a:r>
            <a:endParaRPr/>
          </a:p>
        </p:txBody>
      </p:sp>
      <p:sp>
        <p:nvSpPr>
          <p:cNvPr id="256" name="Google Shape;256;g3b356a905a8_0_54"/>
          <p:cNvSpPr txBox="1"/>
          <p:nvPr>
            <p:ph idx="1" type="body"/>
          </p:nvPr>
        </p:nvSpPr>
        <p:spPr>
          <a:xfrm>
            <a:off x="612648" y="1600200"/>
            <a:ext cx="8153400" cy="4495800"/>
          </a:xfrm>
          <a:prstGeom prst="rect">
            <a:avLst/>
          </a:prstGeom>
          <a:noFill/>
          <a:ln>
            <a:noFill/>
          </a:ln>
        </p:spPr>
        <p:txBody>
          <a:bodyPr anchorCtr="0" anchor="t" bIns="45700" lIns="91425" spcFirstLastPara="1" rIns="91425" wrap="square" tIns="45700">
            <a:normAutofit/>
          </a:bodyPr>
          <a:lstStyle/>
          <a:p>
            <a:pPr indent="0" lvl="0" marL="0" rtl="0" algn="l">
              <a:lnSpc>
                <a:spcPct val="115000"/>
              </a:lnSpc>
              <a:spcBef>
                <a:spcPts val="700"/>
              </a:spcBef>
              <a:spcAft>
                <a:spcPts val="0"/>
              </a:spcAft>
              <a:buClr>
                <a:schemeClr val="dk1"/>
              </a:buClr>
              <a:buSzPts val="1100"/>
              <a:buFont typeface="Arial"/>
              <a:buNone/>
            </a:pPr>
            <a:r>
              <a:rPr lang="en-US" sz="950">
                <a:solidFill>
                  <a:srgbClr val="008000"/>
                </a:solidFill>
                <a:latin typeface="Arial"/>
                <a:ea typeface="Arial"/>
                <a:cs typeface="Arial"/>
                <a:sym typeface="Arial"/>
              </a:rPr>
              <a:t>•</a:t>
            </a:r>
            <a:r>
              <a:rPr lang="en-US" sz="1600">
                <a:latin typeface="Arial"/>
                <a:ea typeface="Arial"/>
                <a:cs typeface="Arial"/>
                <a:sym typeface="Arial"/>
              </a:rPr>
              <a:t>Khan, M., &amp; Shaikh, S. (2024). Investor sentiment and stock market volatility in Pakistan. </a:t>
            </a:r>
            <a:r>
              <a:rPr i="1" lang="en-US" sz="1600">
                <a:latin typeface="Arial"/>
                <a:ea typeface="Arial"/>
                <a:cs typeface="Arial"/>
                <a:sym typeface="Arial"/>
              </a:rPr>
              <a:t>Pakistan Economic Review</a:t>
            </a:r>
            <a:r>
              <a:rPr lang="en-US" sz="1600">
                <a:latin typeface="Arial"/>
                <a:ea typeface="Arial"/>
                <a:cs typeface="Arial"/>
                <a:sym typeface="Arial"/>
              </a:rPr>
              <a:t>.</a:t>
            </a:r>
            <a:endParaRPr sz="1600">
              <a:latin typeface="Arial"/>
              <a:ea typeface="Arial"/>
              <a:cs typeface="Arial"/>
              <a:sym typeface="Arial"/>
            </a:endParaRPr>
          </a:p>
          <a:p>
            <a:pPr indent="0" lvl="0" marL="0" rtl="0" algn="l">
              <a:lnSpc>
                <a:spcPct val="115000"/>
              </a:lnSpc>
              <a:spcBef>
                <a:spcPts val="700"/>
              </a:spcBef>
              <a:spcAft>
                <a:spcPts val="0"/>
              </a:spcAft>
              <a:buClr>
                <a:schemeClr val="dk1"/>
              </a:buClr>
              <a:buSzPts val="1100"/>
              <a:buFont typeface="Arial"/>
              <a:buNone/>
            </a:pPr>
            <a:r>
              <a:rPr lang="en-US" sz="950">
                <a:solidFill>
                  <a:srgbClr val="008000"/>
                </a:solidFill>
                <a:latin typeface="Arial"/>
                <a:ea typeface="Arial"/>
                <a:cs typeface="Arial"/>
                <a:sym typeface="Arial"/>
              </a:rPr>
              <a:t>•</a:t>
            </a:r>
            <a:r>
              <a:rPr lang="en-US" sz="1600">
                <a:latin typeface="Arial"/>
                <a:ea typeface="Arial"/>
                <a:cs typeface="Arial"/>
                <a:sym typeface="Arial"/>
              </a:rPr>
              <a:t>Loughran, T., &amp; McDonald, B. (2011). When is a liability not a liability? Textual analysis, dictionaries, and 10-Ks. </a:t>
            </a:r>
            <a:r>
              <a:rPr i="1" lang="en-US" sz="1600">
                <a:latin typeface="Arial"/>
                <a:ea typeface="Arial"/>
                <a:cs typeface="Arial"/>
                <a:sym typeface="Arial"/>
              </a:rPr>
              <a:t>The Journal of Finance</a:t>
            </a:r>
            <a:r>
              <a:rPr lang="en-US" sz="1600">
                <a:latin typeface="Arial"/>
                <a:ea typeface="Arial"/>
                <a:cs typeface="Arial"/>
                <a:sym typeface="Arial"/>
              </a:rPr>
              <a:t>, 66(1), 35–65.</a:t>
            </a:r>
            <a:endParaRPr sz="1600">
              <a:latin typeface="Arial"/>
              <a:ea typeface="Arial"/>
              <a:cs typeface="Arial"/>
              <a:sym typeface="Arial"/>
            </a:endParaRPr>
          </a:p>
          <a:p>
            <a:pPr indent="0" lvl="0" marL="0" rtl="0" algn="l">
              <a:lnSpc>
                <a:spcPct val="115000"/>
              </a:lnSpc>
              <a:spcBef>
                <a:spcPts val="700"/>
              </a:spcBef>
              <a:spcAft>
                <a:spcPts val="0"/>
              </a:spcAft>
              <a:buClr>
                <a:schemeClr val="dk1"/>
              </a:buClr>
              <a:buSzPts val="1100"/>
              <a:buFont typeface="Arial"/>
              <a:buNone/>
            </a:pPr>
            <a:r>
              <a:rPr lang="en-US" sz="950">
                <a:solidFill>
                  <a:srgbClr val="008000"/>
                </a:solidFill>
                <a:latin typeface="Arial"/>
                <a:ea typeface="Arial"/>
                <a:cs typeface="Arial"/>
                <a:sym typeface="Arial"/>
              </a:rPr>
              <a:t>•</a:t>
            </a:r>
            <a:r>
              <a:rPr lang="en-US" sz="1600">
                <a:latin typeface="Arial"/>
                <a:ea typeface="Arial"/>
                <a:cs typeface="Arial"/>
                <a:sym typeface="Arial"/>
              </a:rPr>
              <a:t>Mokhtari, S., Yen, K.K., &amp; Liu, J. (2021). Effectiveness of Artificial Intelligence in Stock Market Prediction. </a:t>
            </a:r>
            <a:r>
              <a:rPr i="1" lang="en-US" sz="1600">
                <a:latin typeface="Arial"/>
                <a:ea typeface="Arial"/>
                <a:cs typeface="Arial"/>
                <a:sym typeface="Arial"/>
              </a:rPr>
              <a:t>arXiv preprint</a:t>
            </a:r>
            <a:r>
              <a:rPr lang="en-US" sz="1600">
                <a:latin typeface="Arial"/>
                <a:ea typeface="Arial"/>
                <a:cs typeface="Arial"/>
                <a:sym typeface="Arial"/>
              </a:rPr>
              <a:t> arXiv:2107.01031.</a:t>
            </a:r>
            <a:endParaRPr sz="1600">
              <a:latin typeface="Arial"/>
              <a:ea typeface="Arial"/>
              <a:cs typeface="Arial"/>
              <a:sym typeface="Arial"/>
            </a:endParaRPr>
          </a:p>
          <a:p>
            <a:pPr indent="0" lvl="0" marL="0" rtl="0" algn="l">
              <a:lnSpc>
                <a:spcPct val="115000"/>
              </a:lnSpc>
              <a:spcBef>
                <a:spcPts val="700"/>
              </a:spcBef>
              <a:spcAft>
                <a:spcPts val="0"/>
              </a:spcAft>
              <a:buClr>
                <a:schemeClr val="dk1"/>
              </a:buClr>
              <a:buSzPts val="1100"/>
              <a:buFont typeface="Arial"/>
              <a:buNone/>
            </a:pPr>
            <a:r>
              <a:rPr lang="en-US" sz="950">
                <a:solidFill>
                  <a:srgbClr val="008000"/>
                </a:solidFill>
                <a:latin typeface="Arial"/>
                <a:ea typeface="Arial"/>
                <a:cs typeface="Arial"/>
                <a:sym typeface="Arial"/>
              </a:rPr>
              <a:t>•</a:t>
            </a:r>
            <a:r>
              <a:rPr lang="en-US" sz="1600">
                <a:latin typeface="Arial"/>
                <a:ea typeface="Arial"/>
                <a:cs typeface="Arial"/>
                <a:sym typeface="Arial"/>
              </a:rPr>
              <a:t>Raza, S., Qureshi, A., &amp; Malik, F. (2025). Sentiment analysis integration for stock market forecasting: Evidence from PSX. </a:t>
            </a:r>
            <a:r>
              <a:rPr i="1" lang="en-US" sz="1600">
                <a:latin typeface="Arial"/>
                <a:ea typeface="Arial"/>
                <a:cs typeface="Arial"/>
                <a:sym typeface="Arial"/>
              </a:rPr>
              <a:t>Asian Journal of Financial Technology</a:t>
            </a:r>
            <a:r>
              <a:rPr lang="en-US" sz="1600">
                <a:latin typeface="Arial"/>
                <a:ea typeface="Arial"/>
                <a:cs typeface="Arial"/>
                <a:sym typeface="Arial"/>
              </a:rPr>
              <a:t>, 7(1), 22–34.</a:t>
            </a:r>
            <a:endParaRPr sz="1600">
              <a:latin typeface="Arial"/>
              <a:ea typeface="Arial"/>
              <a:cs typeface="Arial"/>
              <a:sym typeface="Arial"/>
            </a:endParaRPr>
          </a:p>
          <a:p>
            <a:pPr indent="0" lvl="0" marL="0" rtl="0" algn="l">
              <a:lnSpc>
                <a:spcPct val="115000"/>
              </a:lnSpc>
              <a:spcBef>
                <a:spcPts val="700"/>
              </a:spcBef>
              <a:spcAft>
                <a:spcPts val="0"/>
              </a:spcAft>
              <a:buClr>
                <a:schemeClr val="dk1"/>
              </a:buClr>
              <a:buSzPts val="1100"/>
              <a:buFont typeface="Arial"/>
              <a:buNone/>
            </a:pPr>
            <a:r>
              <a:rPr lang="en-US" sz="950">
                <a:solidFill>
                  <a:srgbClr val="008000"/>
                </a:solidFill>
                <a:latin typeface="Arial"/>
                <a:ea typeface="Arial"/>
                <a:cs typeface="Arial"/>
                <a:sym typeface="Arial"/>
              </a:rPr>
              <a:t>•</a:t>
            </a:r>
            <a:r>
              <a:rPr lang="en-US" sz="1600">
                <a:latin typeface="Arial"/>
                <a:ea typeface="Arial"/>
                <a:cs typeface="Arial"/>
                <a:sym typeface="Arial"/>
              </a:rPr>
              <a:t>Shah, T., &amp; Malik, J. (2024). Hybrid models for forecasting in emerging markets: Case of Habib Bank Limited. </a:t>
            </a:r>
            <a:r>
              <a:rPr i="1" lang="en-US" sz="1600">
                <a:latin typeface="Arial"/>
                <a:ea typeface="Arial"/>
                <a:cs typeface="Arial"/>
                <a:sym typeface="Arial"/>
              </a:rPr>
              <a:t>International Review of Finance and Economics</a:t>
            </a:r>
            <a:r>
              <a:rPr lang="en-US" sz="1600">
                <a:latin typeface="Arial"/>
                <a:ea typeface="Arial"/>
                <a:cs typeface="Arial"/>
                <a:sym typeface="Arial"/>
              </a:rPr>
              <a:t>, 19(3), 121–130.</a:t>
            </a:r>
            <a:endParaRPr sz="1600">
              <a:latin typeface="Arial"/>
              <a:ea typeface="Arial"/>
              <a:cs typeface="Arial"/>
              <a:sym typeface="Arial"/>
            </a:endParaRPr>
          </a:p>
          <a:p>
            <a:pPr indent="0" lvl="0" marL="0" rtl="0" algn="l">
              <a:lnSpc>
                <a:spcPct val="115000"/>
              </a:lnSpc>
              <a:spcBef>
                <a:spcPts val="700"/>
              </a:spcBef>
              <a:spcAft>
                <a:spcPts val="0"/>
              </a:spcAft>
              <a:buClr>
                <a:schemeClr val="dk1"/>
              </a:buClr>
              <a:buSzPts val="1100"/>
              <a:buNone/>
            </a:pPr>
            <a:r>
              <a:rPr lang="en-US" sz="950">
                <a:solidFill>
                  <a:srgbClr val="008000"/>
                </a:solidFill>
                <a:latin typeface="Arial"/>
                <a:ea typeface="Arial"/>
                <a:cs typeface="Arial"/>
                <a:sym typeface="Arial"/>
              </a:rPr>
              <a:t>•</a:t>
            </a:r>
            <a:r>
              <a:rPr lang="en-US" sz="1600">
                <a:latin typeface="Arial"/>
                <a:ea typeface="Arial"/>
                <a:cs typeface="Arial"/>
                <a:sym typeface="Arial"/>
              </a:rPr>
              <a:t>Vapnik, V. (1995). </a:t>
            </a:r>
            <a:r>
              <a:rPr i="1" lang="en-US" sz="1600">
                <a:latin typeface="Arial"/>
                <a:ea typeface="Arial"/>
                <a:cs typeface="Arial"/>
                <a:sym typeface="Arial"/>
              </a:rPr>
              <a:t>The Nature of Statistical Learning Theory</a:t>
            </a:r>
            <a:r>
              <a:rPr lang="en-US" sz="1600">
                <a:latin typeface="Arial"/>
                <a:ea typeface="Arial"/>
                <a:cs typeface="Arial"/>
                <a:sym typeface="Arial"/>
              </a:rPr>
              <a:t>. Springer.</a:t>
            </a:r>
            <a:endParaRPr sz="950">
              <a:solidFill>
                <a:srgbClr val="008000"/>
              </a:solidFill>
              <a:latin typeface="Arial"/>
              <a:ea typeface="Arial"/>
              <a:cs typeface="Arial"/>
              <a:sym typeface="Arial"/>
            </a:endParaRPr>
          </a:p>
        </p:txBody>
      </p:sp>
      <p:sp>
        <p:nvSpPr>
          <p:cNvPr id="257" name="Google Shape;257;g3b356a905a8_0_54"/>
          <p:cNvSpPr txBox="1"/>
          <p:nvPr>
            <p:ph idx="11" type="ftr"/>
          </p:nvPr>
        </p:nvSpPr>
        <p:spPr>
          <a:xfrm>
            <a:off x="609601" y="6400800"/>
            <a:ext cx="5410200" cy="288900"/>
          </a:xfrm>
          <a:prstGeom prst="rect">
            <a:avLst/>
          </a:prstGeom>
          <a:solidFill>
            <a:srgbClr val="F86308"/>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AI Driven Stock Market Prediction Using Sentiment Analysis</a:t>
            </a:r>
            <a:endParaRPr/>
          </a:p>
        </p:txBody>
      </p:sp>
      <p:sp>
        <p:nvSpPr>
          <p:cNvPr id="258" name="Google Shape;258;g3b356a905a8_0_54"/>
          <p:cNvSpPr txBox="1"/>
          <p:nvPr>
            <p:ph idx="12" type="sldNum"/>
          </p:nvPr>
        </p:nvSpPr>
        <p:spPr>
          <a:xfrm>
            <a:off x="0" y="1279524"/>
            <a:ext cx="533400" cy="244500"/>
          </a:xfrm>
          <a:prstGeom prst="rect">
            <a:avLst/>
          </a:prstGeom>
          <a:solidFill>
            <a:srgbClr val="008000"/>
          </a:solidFill>
          <a:ln>
            <a:noFill/>
          </a:ln>
        </p:spPr>
        <p:txBody>
          <a:bodyPr anchorCtr="0" anchor="ctr" bIns="45700" lIns="91425" spcFirstLastPara="1" rIns="91425" wrap="square" tIns="45700">
            <a:normAutofit fontScale="62500" lnSpcReduction="20000"/>
          </a:bodyPr>
          <a:lstStyle/>
          <a:p>
            <a:pPr indent="0" lvl="0" marL="0" rtl="0" algn="ctr">
              <a:spcBef>
                <a:spcPts val="0"/>
              </a:spcBef>
              <a:spcAft>
                <a:spcPts val="0"/>
              </a:spcAft>
              <a:buNone/>
            </a:pPr>
            <a:fld id="{00000000-1234-1234-1234-123412341234}" type="slidenum">
              <a:rPr lang="en-US"/>
              <a:t>‹#›</a:t>
            </a:fld>
            <a:endParaRPr/>
          </a:p>
        </p:txBody>
      </p:sp>
      <p:sp>
        <p:nvSpPr>
          <p:cNvPr id="259" name="Google Shape;259;g3b356a905a8_0_54"/>
          <p:cNvSpPr txBox="1"/>
          <p:nvPr>
            <p:ph idx="10" type="dt"/>
          </p:nvPr>
        </p:nvSpPr>
        <p:spPr>
          <a:xfrm>
            <a:off x="6248400" y="6400800"/>
            <a:ext cx="2514600" cy="304800"/>
          </a:xfrm>
          <a:prstGeom prst="rect">
            <a:avLst/>
          </a:prstGeom>
          <a:solidFill>
            <a:srgbClr val="008000"/>
          </a:solid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CS-FYP    Hamdard University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edian">
  <a:themeElements>
    <a:clrScheme name="Median">
      <a:dk1>
        <a:srgbClr val="000000"/>
      </a:dk1>
      <a:lt1>
        <a:srgbClr val="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2015-09-23T05:32:20Z</dcterms:created>
  <dc:creator>Asad Ur Rehman</dc:creator>
</cp:coreProperties>
</file>